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474" y="2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5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5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0033CC"/>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6334231" y="1051560"/>
            <a:ext cx="487425" cy="48768"/>
          </a:xfrm>
          <a:prstGeom prst="rect">
            <a:avLst/>
          </a:prstGeom>
        </p:spPr>
      </p:pic>
      <p:sp>
        <p:nvSpPr>
          <p:cNvPr id="17" name="bg object 17"/>
          <p:cNvSpPr/>
          <p:nvPr/>
        </p:nvSpPr>
        <p:spPr>
          <a:xfrm>
            <a:off x="16314419" y="1031748"/>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560826" y="302209"/>
            <a:ext cx="11092815" cy="809878"/>
          </a:xfrm>
          <a:prstGeom prst="rect">
            <a:avLst/>
          </a:prstGeom>
        </p:spPr>
        <p:txBody>
          <a:bodyPr wrap="square" lIns="0" tIns="0" rIns="0" bIns="0">
            <a:spAutoFit/>
          </a:bodyPr>
          <a:lstStyle>
            <a:lvl1pPr>
              <a:defRPr sz="4800" b="1" i="0">
                <a:solidFill>
                  <a:srgbClr val="0033CC"/>
                </a:solidFill>
                <a:latin typeface="Times New Roman"/>
                <a:cs typeface="Times New Roman"/>
              </a:defRPr>
            </a:lvl1pPr>
          </a:lstStyle>
          <a:p>
            <a:endParaRPr/>
          </a:p>
        </p:txBody>
      </p:sp>
      <p:sp>
        <p:nvSpPr>
          <p:cNvPr id="3" name="Holder 3"/>
          <p:cNvSpPr>
            <a:spLocks noGrp="1"/>
          </p:cNvSpPr>
          <p:nvPr>
            <p:ph type="body" idx="1"/>
          </p:nvPr>
        </p:nvSpPr>
        <p:spPr>
          <a:xfrm>
            <a:off x="6974840" y="2177288"/>
            <a:ext cx="8396605" cy="2539365"/>
          </a:xfrm>
          <a:prstGeom prst="rect">
            <a:avLst/>
          </a:prstGeom>
        </p:spPr>
        <p:txBody>
          <a:bodyPr wrap="square" lIns="0" tIns="0" rIns="0" bIns="0">
            <a:spAutoFit/>
          </a:bodyPr>
          <a:lstStyle>
            <a:lvl1pPr>
              <a:defRPr sz="25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4/20/2026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754239" y="341719"/>
            <a:ext cx="4446493" cy="1215808"/>
          </a:xfrm>
          <a:prstGeom prst="rect">
            <a:avLst/>
          </a:prstGeom>
        </p:spPr>
      </p:pic>
      <p:sp>
        <p:nvSpPr>
          <p:cNvPr id="3" name="object 3"/>
          <p:cNvSpPr txBox="1"/>
          <p:nvPr/>
        </p:nvSpPr>
        <p:spPr>
          <a:xfrm>
            <a:off x="2244344" y="1632966"/>
            <a:ext cx="14152880" cy="512445"/>
          </a:xfrm>
          <a:prstGeom prst="rect">
            <a:avLst/>
          </a:prstGeom>
        </p:spPr>
        <p:txBody>
          <a:bodyPr vert="horz" wrap="square" lIns="0" tIns="11430" rIns="0" bIns="0" rtlCol="0">
            <a:spAutoFit/>
          </a:bodyPr>
          <a:lstStyle/>
          <a:p>
            <a:pPr marL="12700">
              <a:lnSpc>
                <a:spcPct val="100000"/>
              </a:lnSpc>
              <a:spcBef>
                <a:spcPts val="90"/>
              </a:spcBef>
            </a:pPr>
            <a:r>
              <a:rPr sz="3200" b="1" spc="-65" dirty="0">
                <a:latin typeface="Cambria"/>
                <a:cs typeface="Cambria"/>
              </a:rPr>
              <a:t>Vel</a:t>
            </a:r>
            <a:r>
              <a:rPr sz="3200" b="1" spc="-110" dirty="0">
                <a:latin typeface="Cambria"/>
                <a:cs typeface="Cambria"/>
              </a:rPr>
              <a:t> </a:t>
            </a:r>
            <a:r>
              <a:rPr sz="3200" b="1" spc="-60" dirty="0">
                <a:latin typeface="Cambria"/>
                <a:cs typeface="Cambria"/>
              </a:rPr>
              <a:t>Tech</a:t>
            </a:r>
            <a:r>
              <a:rPr sz="3200" b="1" spc="-114" dirty="0">
                <a:latin typeface="Cambria"/>
                <a:cs typeface="Cambria"/>
              </a:rPr>
              <a:t> </a:t>
            </a:r>
            <a:r>
              <a:rPr sz="3200" b="1" spc="-10" dirty="0">
                <a:latin typeface="Cambria"/>
                <a:cs typeface="Cambria"/>
              </a:rPr>
              <a:t>Rangarajan</a:t>
            </a:r>
            <a:r>
              <a:rPr sz="3200" b="1" spc="-85" dirty="0">
                <a:latin typeface="Cambria"/>
                <a:cs typeface="Cambria"/>
              </a:rPr>
              <a:t> </a:t>
            </a:r>
            <a:r>
              <a:rPr sz="3200" b="1" spc="-100" dirty="0">
                <a:latin typeface="Cambria"/>
                <a:cs typeface="Cambria"/>
              </a:rPr>
              <a:t>Dr.</a:t>
            </a:r>
            <a:r>
              <a:rPr sz="3200" b="1" spc="-75" dirty="0">
                <a:latin typeface="Cambria"/>
                <a:cs typeface="Cambria"/>
              </a:rPr>
              <a:t> </a:t>
            </a:r>
            <a:r>
              <a:rPr sz="3200" b="1" dirty="0">
                <a:latin typeface="Cambria"/>
                <a:cs typeface="Cambria"/>
              </a:rPr>
              <a:t>Sagunthala</a:t>
            </a:r>
            <a:r>
              <a:rPr sz="3200" b="1" spc="-50" dirty="0">
                <a:latin typeface="Cambria"/>
                <a:cs typeface="Cambria"/>
              </a:rPr>
              <a:t> </a:t>
            </a:r>
            <a:r>
              <a:rPr sz="3200" b="1" dirty="0">
                <a:latin typeface="Cambria"/>
                <a:cs typeface="Cambria"/>
              </a:rPr>
              <a:t>R&amp;D</a:t>
            </a:r>
            <a:r>
              <a:rPr sz="3200" b="1" spc="-120" dirty="0">
                <a:latin typeface="Cambria"/>
                <a:cs typeface="Cambria"/>
              </a:rPr>
              <a:t> </a:t>
            </a:r>
            <a:r>
              <a:rPr sz="3200" b="1" dirty="0">
                <a:latin typeface="Cambria"/>
                <a:cs typeface="Cambria"/>
              </a:rPr>
              <a:t>Institute</a:t>
            </a:r>
            <a:r>
              <a:rPr sz="3200" b="1" spc="-60" dirty="0">
                <a:latin typeface="Cambria"/>
                <a:cs typeface="Cambria"/>
              </a:rPr>
              <a:t> </a:t>
            </a:r>
            <a:r>
              <a:rPr sz="3200" b="1" dirty="0">
                <a:latin typeface="Cambria"/>
                <a:cs typeface="Cambria"/>
              </a:rPr>
              <a:t>of</a:t>
            </a:r>
            <a:r>
              <a:rPr sz="3200" b="1" spc="-110" dirty="0">
                <a:latin typeface="Cambria"/>
                <a:cs typeface="Cambria"/>
              </a:rPr>
              <a:t> </a:t>
            </a:r>
            <a:r>
              <a:rPr sz="3200" b="1" dirty="0">
                <a:latin typeface="Cambria"/>
                <a:cs typeface="Cambria"/>
              </a:rPr>
              <a:t>Science</a:t>
            </a:r>
            <a:r>
              <a:rPr sz="3200" b="1" spc="-80" dirty="0">
                <a:latin typeface="Cambria"/>
                <a:cs typeface="Cambria"/>
              </a:rPr>
              <a:t> </a:t>
            </a:r>
            <a:r>
              <a:rPr sz="3200" b="1" dirty="0">
                <a:latin typeface="Cambria"/>
                <a:cs typeface="Cambria"/>
              </a:rPr>
              <a:t>and</a:t>
            </a:r>
            <a:r>
              <a:rPr sz="3200" b="1" spc="-90" dirty="0">
                <a:latin typeface="Cambria"/>
                <a:cs typeface="Cambria"/>
              </a:rPr>
              <a:t> </a:t>
            </a:r>
            <a:r>
              <a:rPr sz="3200" b="1" spc="-10" dirty="0">
                <a:latin typeface="Cambria"/>
                <a:cs typeface="Cambria"/>
              </a:rPr>
              <a:t>Technology</a:t>
            </a:r>
            <a:endParaRPr sz="3200">
              <a:latin typeface="Cambria"/>
              <a:cs typeface="Cambria"/>
            </a:endParaRPr>
          </a:p>
        </p:txBody>
      </p:sp>
      <p:sp>
        <p:nvSpPr>
          <p:cNvPr id="4" name="object 4"/>
          <p:cNvSpPr txBox="1">
            <a:spLocks noGrp="1"/>
          </p:cNvSpPr>
          <p:nvPr>
            <p:ph type="title"/>
          </p:nvPr>
        </p:nvSpPr>
        <p:spPr>
          <a:xfrm>
            <a:off x="7161656" y="2117852"/>
            <a:ext cx="4321175"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000000"/>
                </a:solidFill>
                <a:latin typeface="Cambria"/>
                <a:cs typeface="Cambria"/>
              </a:rPr>
              <a:t>School</a:t>
            </a:r>
            <a:r>
              <a:rPr sz="3600" spc="-75" dirty="0">
                <a:solidFill>
                  <a:srgbClr val="000000"/>
                </a:solidFill>
                <a:latin typeface="Cambria"/>
                <a:cs typeface="Cambria"/>
              </a:rPr>
              <a:t> </a:t>
            </a:r>
            <a:r>
              <a:rPr sz="3600" dirty="0">
                <a:solidFill>
                  <a:srgbClr val="000000"/>
                </a:solidFill>
                <a:latin typeface="Cambria"/>
                <a:cs typeface="Cambria"/>
              </a:rPr>
              <a:t>of</a:t>
            </a:r>
            <a:r>
              <a:rPr sz="3600" spc="-85" dirty="0">
                <a:solidFill>
                  <a:srgbClr val="000000"/>
                </a:solidFill>
                <a:latin typeface="Cambria"/>
                <a:cs typeface="Cambria"/>
              </a:rPr>
              <a:t> </a:t>
            </a:r>
            <a:r>
              <a:rPr sz="3600" spc="-10" dirty="0">
                <a:solidFill>
                  <a:srgbClr val="000000"/>
                </a:solidFill>
                <a:latin typeface="Cambria"/>
                <a:cs typeface="Cambria"/>
              </a:rPr>
              <a:t>Computing</a:t>
            </a:r>
            <a:endParaRPr sz="3600">
              <a:latin typeface="Cambria"/>
              <a:cs typeface="Cambria"/>
            </a:endParaRPr>
          </a:p>
        </p:txBody>
      </p:sp>
      <p:sp>
        <p:nvSpPr>
          <p:cNvPr id="5" name="object 5"/>
          <p:cNvSpPr txBox="1"/>
          <p:nvPr/>
        </p:nvSpPr>
        <p:spPr>
          <a:xfrm>
            <a:off x="3192907" y="2515702"/>
            <a:ext cx="12256770" cy="4141470"/>
          </a:xfrm>
          <a:prstGeom prst="rect">
            <a:avLst/>
          </a:prstGeom>
        </p:spPr>
        <p:txBody>
          <a:bodyPr vert="horz" wrap="square" lIns="0" tIns="165100" rIns="0" bIns="0" rtlCol="0">
            <a:spAutoFit/>
          </a:bodyPr>
          <a:lstStyle/>
          <a:p>
            <a:pPr marL="1270" algn="ctr">
              <a:lnSpc>
                <a:spcPct val="100000"/>
              </a:lnSpc>
              <a:spcBef>
                <a:spcPts val="1300"/>
              </a:spcBef>
            </a:pPr>
            <a:r>
              <a:rPr sz="3200" b="1" spc="-10" dirty="0">
                <a:latin typeface="Cambria"/>
                <a:cs typeface="Cambria"/>
              </a:rPr>
              <a:t>Department</a:t>
            </a:r>
            <a:r>
              <a:rPr sz="3200" b="1" spc="-70" dirty="0">
                <a:latin typeface="Cambria"/>
                <a:cs typeface="Cambria"/>
              </a:rPr>
              <a:t> </a:t>
            </a:r>
            <a:r>
              <a:rPr sz="3200" b="1" dirty="0">
                <a:latin typeface="Cambria"/>
                <a:cs typeface="Cambria"/>
              </a:rPr>
              <a:t>of</a:t>
            </a:r>
            <a:r>
              <a:rPr sz="3200" b="1" spc="-95" dirty="0">
                <a:latin typeface="Cambria"/>
                <a:cs typeface="Cambria"/>
              </a:rPr>
              <a:t> </a:t>
            </a:r>
            <a:r>
              <a:rPr sz="3200" b="1" spc="-10" dirty="0">
                <a:latin typeface="Cambria"/>
                <a:cs typeface="Cambria"/>
              </a:rPr>
              <a:t>Computer</a:t>
            </a:r>
            <a:r>
              <a:rPr sz="3200" b="1" spc="-20" dirty="0">
                <a:latin typeface="Cambria"/>
                <a:cs typeface="Cambria"/>
              </a:rPr>
              <a:t> </a:t>
            </a:r>
            <a:r>
              <a:rPr sz="3200" b="1" dirty="0">
                <a:latin typeface="Cambria"/>
                <a:cs typeface="Cambria"/>
              </a:rPr>
              <a:t>Science</a:t>
            </a:r>
            <a:r>
              <a:rPr sz="3200" b="1" spc="-60" dirty="0">
                <a:latin typeface="Cambria"/>
                <a:cs typeface="Cambria"/>
              </a:rPr>
              <a:t> </a:t>
            </a:r>
            <a:r>
              <a:rPr sz="3200" b="1" dirty="0">
                <a:latin typeface="Cambria"/>
                <a:cs typeface="Cambria"/>
              </a:rPr>
              <a:t>and</a:t>
            </a:r>
            <a:r>
              <a:rPr sz="3200" b="1" spc="-75" dirty="0">
                <a:latin typeface="Cambria"/>
                <a:cs typeface="Cambria"/>
              </a:rPr>
              <a:t> </a:t>
            </a:r>
            <a:r>
              <a:rPr sz="3200" b="1" spc="-10" dirty="0">
                <a:latin typeface="Cambria"/>
                <a:cs typeface="Cambria"/>
              </a:rPr>
              <a:t>Engineering</a:t>
            </a:r>
            <a:endParaRPr sz="3200" dirty="0">
              <a:latin typeface="Cambria"/>
              <a:cs typeface="Cambria"/>
            </a:endParaRPr>
          </a:p>
          <a:p>
            <a:pPr algn="ctr">
              <a:lnSpc>
                <a:spcPct val="100000"/>
              </a:lnSpc>
              <a:spcBef>
                <a:spcPts val="1075"/>
              </a:spcBef>
            </a:pPr>
            <a:r>
              <a:rPr sz="2800" b="1" spc="225" dirty="0">
                <a:solidFill>
                  <a:srgbClr val="0033CC"/>
                </a:solidFill>
                <a:latin typeface="Cambria"/>
                <a:cs typeface="Cambria"/>
              </a:rPr>
              <a:t>10211CS224</a:t>
            </a:r>
            <a:r>
              <a:rPr sz="2800" b="1" spc="355" dirty="0">
                <a:solidFill>
                  <a:srgbClr val="0033CC"/>
                </a:solidFill>
                <a:latin typeface="Cambria"/>
                <a:cs typeface="Cambria"/>
              </a:rPr>
              <a:t> </a:t>
            </a:r>
            <a:r>
              <a:rPr sz="2800" b="1" spc="265" dirty="0">
                <a:solidFill>
                  <a:srgbClr val="0033CC"/>
                </a:solidFill>
                <a:latin typeface="Cambria"/>
                <a:cs typeface="Cambria"/>
              </a:rPr>
              <a:t>/</a:t>
            </a:r>
            <a:r>
              <a:rPr sz="2800" b="1" spc="330" dirty="0">
                <a:solidFill>
                  <a:srgbClr val="0033CC"/>
                </a:solidFill>
                <a:latin typeface="Cambria"/>
                <a:cs typeface="Cambria"/>
              </a:rPr>
              <a:t> </a:t>
            </a:r>
            <a:r>
              <a:rPr sz="2800" b="1" spc="260" dirty="0">
                <a:solidFill>
                  <a:srgbClr val="0033CC"/>
                </a:solidFill>
                <a:latin typeface="Cambria"/>
                <a:cs typeface="Cambria"/>
              </a:rPr>
              <a:t>FULL</a:t>
            </a:r>
            <a:r>
              <a:rPr sz="2800" b="1" spc="305" dirty="0">
                <a:solidFill>
                  <a:srgbClr val="0033CC"/>
                </a:solidFill>
                <a:latin typeface="Cambria"/>
                <a:cs typeface="Cambria"/>
              </a:rPr>
              <a:t> STACK</a:t>
            </a:r>
            <a:r>
              <a:rPr sz="2800" b="1" spc="325" dirty="0">
                <a:solidFill>
                  <a:srgbClr val="0033CC"/>
                </a:solidFill>
                <a:latin typeface="Cambria"/>
                <a:cs typeface="Cambria"/>
              </a:rPr>
              <a:t> </a:t>
            </a:r>
            <a:r>
              <a:rPr sz="2800" b="1" spc="200" dirty="0">
                <a:solidFill>
                  <a:srgbClr val="0033CC"/>
                </a:solidFill>
                <a:latin typeface="Cambria"/>
                <a:cs typeface="Cambria"/>
              </a:rPr>
              <a:t>APPLICATION</a:t>
            </a:r>
            <a:r>
              <a:rPr sz="2800" b="1" spc="300" dirty="0">
                <a:solidFill>
                  <a:srgbClr val="0033CC"/>
                </a:solidFill>
                <a:latin typeface="Cambria"/>
                <a:cs typeface="Cambria"/>
              </a:rPr>
              <a:t> </a:t>
            </a:r>
            <a:r>
              <a:rPr sz="2800" b="1" spc="254" dirty="0">
                <a:solidFill>
                  <a:srgbClr val="0033CC"/>
                </a:solidFill>
                <a:latin typeface="Cambria"/>
                <a:cs typeface="Cambria"/>
              </a:rPr>
              <a:t>DEVELOPMENT</a:t>
            </a:r>
            <a:r>
              <a:rPr sz="2800" b="1" spc="295" dirty="0">
                <a:solidFill>
                  <a:srgbClr val="0033CC"/>
                </a:solidFill>
                <a:latin typeface="Cambria"/>
                <a:cs typeface="Cambria"/>
              </a:rPr>
              <a:t> </a:t>
            </a:r>
            <a:r>
              <a:rPr sz="2800" b="1" spc="140" dirty="0">
                <a:solidFill>
                  <a:srgbClr val="0033CC"/>
                </a:solidFill>
                <a:latin typeface="Cambria"/>
                <a:cs typeface="Cambria"/>
              </a:rPr>
              <a:t>(JAVA)</a:t>
            </a:r>
            <a:endParaRPr sz="2800" dirty="0">
              <a:latin typeface="Cambria"/>
              <a:cs typeface="Cambria"/>
            </a:endParaRPr>
          </a:p>
          <a:p>
            <a:pPr marL="1218565" marR="1208405" algn="ctr">
              <a:lnSpc>
                <a:spcPts val="6240"/>
              </a:lnSpc>
              <a:spcBef>
                <a:spcPts val="190"/>
              </a:spcBef>
            </a:pPr>
            <a:r>
              <a:rPr sz="3600" b="1" dirty="0">
                <a:solidFill>
                  <a:srgbClr val="C00000"/>
                </a:solidFill>
                <a:latin typeface="Arial"/>
                <a:cs typeface="Arial"/>
              </a:rPr>
              <a:t>PROJECT</a:t>
            </a:r>
            <a:r>
              <a:rPr sz="3600" b="1" spc="-40" dirty="0">
                <a:solidFill>
                  <a:srgbClr val="C00000"/>
                </a:solidFill>
                <a:latin typeface="Arial"/>
                <a:cs typeface="Arial"/>
              </a:rPr>
              <a:t> </a:t>
            </a:r>
            <a:r>
              <a:rPr sz="3600" b="1" dirty="0">
                <a:solidFill>
                  <a:srgbClr val="C00000"/>
                </a:solidFill>
                <a:latin typeface="Arial"/>
                <a:cs typeface="Arial"/>
              </a:rPr>
              <a:t>REVIEW</a:t>
            </a:r>
            <a:r>
              <a:rPr sz="3600" b="1" spc="-50" dirty="0">
                <a:solidFill>
                  <a:srgbClr val="C00000"/>
                </a:solidFill>
                <a:latin typeface="Arial"/>
                <a:cs typeface="Arial"/>
              </a:rPr>
              <a:t> </a:t>
            </a:r>
            <a:r>
              <a:rPr sz="3600" b="1" dirty="0">
                <a:solidFill>
                  <a:srgbClr val="C00000"/>
                </a:solidFill>
                <a:latin typeface="Arial"/>
                <a:cs typeface="Arial"/>
              </a:rPr>
              <a:t>2</a:t>
            </a:r>
            <a:r>
              <a:rPr sz="3600" b="1" spc="-40" dirty="0">
                <a:solidFill>
                  <a:srgbClr val="C00000"/>
                </a:solidFill>
                <a:latin typeface="Arial"/>
                <a:cs typeface="Arial"/>
              </a:rPr>
              <a:t> </a:t>
            </a:r>
            <a:r>
              <a:rPr sz="3600" b="1" dirty="0">
                <a:solidFill>
                  <a:srgbClr val="C00000"/>
                </a:solidFill>
                <a:latin typeface="Arial"/>
                <a:cs typeface="Arial"/>
              </a:rPr>
              <a:t>:</a:t>
            </a:r>
            <a:r>
              <a:rPr sz="3600" b="1" spc="-20" dirty="0">
                <a:solidFill>
                  <a:srgbClr val="C00000"/>
                </a:solidFill>
                <a:latin typeface="Arial"/>
                <a:cs typeface="Arial"/>
              </a:rPr>
              <a:t> </a:t>
            </a:r>
            <a:r>
              <a:rPr sz="3600" b="1" dirty="0">
                <a:solidFill>
                  <a:srgbClr val="C00000"/>
                </a:solidFill>
                <a:latin typeface="Arial"/>
                <a:cs typeface="Arial"/>
              </a:rPr>
              <a:t>MILESTONE</a:t>
            </a:r>
            <a:r>
              <a:rPr sz="3600" b="1" spc="-60" dirty="0">
                <a:solidFill>
                  <a:srgbClr val="C00000"/>
                </a:solidFill>
                <a:latin typeface="Arial"/>
                <a:cs typeface="Arial"/>
              </a:rPr>
              <a:t> </a:t>
            </a:r>
            <a:r>
              <a:rPr sz="3600" b="1" spc="-10" dirty="0">
                <a:solidFill>
                  <a:srgbClr val="C00000"/>
                </a:solidFill>
                <a:latin typeface="Arial"/>
                <a:cs typeface="Arial"/>
              </a:rPr>
              <a:t>PROJECT </a:t>
            </a:r>
            <a:r>
              <a:rPr sz="3600" b="1" dirty="0">
                <a:solidFill>
                  <a:srgbClr val="C00000"/>
                </a:solidFill>
                <a:latin typeface="Arial"/>
                <a:cs typeface="Arial"/>
              </a:rPr>
              <a:t>Date:</a:t>
            </a:r>
            <a:r>
              <a:rPr sz="3600" b="1" spc="30" dirty="0">
                <a:solidFill>
                  <a:srgbClr val="C00000"/>
                </a:solidFill>
                <a:latin typeface="Arial"/>
                <a:cs typeface="Arial"/>
              </a:rPr>
              <a:t> </a:t>
            </a:r>
            <a:r>
              <a:rPr sz="3600" b="1" spc="-20" dirty="0">
                <a:solidFill>
                  <a:srgbClr val="C00000"/>
                </a:solidFill>
                <a:latin typeface="Arial"/>
                <a:cs typeface="Arial"/>
              </a:rPr>
              <a:t>20-04-2026</a:t>
            </a:r>
            <a:endParaRPr sz="3600" dirty="0">
              <a:latin typeface="Arial"/>
              <a:cs typeface="Arial"/>
            </a:endParaRPr>
          </a:p>
          <a:p>
            <a:pPr algn="ctr">
              <a:lnSpc>
                <a:spcPct val="100000"/>
              </a:lnSpc>
              <a:spcBef>
                <a:spcPts val="990"/>
              </a:spcBef>
            </a:pPr>
            <a:r>
              <a:rPr lang="en-US" sz="3600" dirty="0">
                <a:solidFill>
                  <a:srgbClr val="3333FF"/>
                </a:solidFill>
              </a:rPr>
              <a:t>Job Portal Management System </a:t>
            </a:r>
            <a:endParaRPr sz="3600" dirty="0">
              <a:solidFill>
                <a:srgbClr val="3333FF"/>
              </a:solidFill>
              <a:latin typeface="Calibri"/>
              <a:cs typeface="Calibri"/>
            </a:endParaRPr>
          </a:p>
          <a:p>
            <a:pPr marL="502284" algn="ctr">
              <a:lnSpc>
                <a:spcPct val="100000"/>
              </a:lnSpc>
              <a:spcBef>
                <a:spcPts val="2070"/>
              </a:spcBef>
              <a:tabLst>
                <a:tab pos="4087495" algn="l"/>
              </a:tabLst>
            </a:pPr>
            <a:r>
              <a:rPr sz="2400" b="1" dirty="0">
                <a:latin typeface="Times New Roman"/>
                <a:cs typeface="Times New Roman"/>
              </a:rPr>
              <a:t>SDG:</a:t>
            </a:r>
            <a:r>
              <a:rPr sz="2400" b="1" spc="-10" dirty="0">
                <a:latin typeface="Times New Roman"/>
                <a:cs typeface="Times New Roman"/>
              </a:rPr>
              <a:t> </a:t>
            </a:r>
            <a:r>
              <a:rPr sz="2400" b="1" dirty="0">
                <a:latin typeface="Times New Roman"/>
                <a:cs typeface="Times New Roman"/>
              </a:rPr>
              <a:t>SDG</a:t>
            </a:r>
            <a:r>
              <a:rPr sz="2400" b="1" spc="-25" dirty="0">
                <a:latin typeface="Times New Roman"/>
                <a:cs typeface="Times New Roman"/>
              </a:rPr>
              <a:t> </a:t>
            </a:r>
            <a:r>
              <a:rPr sz="2400" b="1" dirty="0">
                <a:latin typeface="Times New Roman"/>
                <a:cs typeface="Times New Roman"/>
              </a:rPr>
              <a:t>No</a:t>
            </a:r>
            <a:r>
              <a:rPr sz="2400" b="1" spc="-15" dirty="0">
                <a:latin typeface="Times New Roman"/>
                <a:cs typeface="Times New Roman"/>
              </a:rPr>
              <a:t> </a:t>
            </a:r>
            <a:r>
              <a:rPr sz="2400" b="1" dirty="0">
                <a:latin typeface="Times New Roman"/>
                <a:cs typeface="Times New Roman"/>
              </a:rPr>
              <a:t>–</a:t>
            </a:r>
            <a:r>
              <a:rPr sz="2400" b="1" spc="-25" dirty="0">
                <a:latin typeface="Times New Roman"/>
                <a:cs typeface="Times New Roman"/>
              </a:rPr>
              <a:t> </a:t>
            </a:r>
            <a:r>
              <a:rPr sz="2400" b="1" dirty="0">
                <a:latin typeface="Times New Roman"/>
                <a:cs typeface="Times New Roman"/>
              </a:rPr>
              <a:t>SDG</a:t>
            </a:r>
            <a:r>
              <a:rPr sz="2400" b="1" spc="-25" dirty="0">
                <a:latin typeface="Times New Roman"/>
                <a:cs typeface="Times New Roman"/>
              </a:rPr>
              <a:t> 11-</a:t>
            </a:r>
            <a:r>
              <a:rPr sz="2400" b="1" dirty="0">
                <a:latin typeface="Times New Roman"/>
                <a:cs typeface="Times New Roman"/>
              </a:rPr>
              <a:t>	Sustainable</a:t>
            </a:r>
            <a:r>
              <a:rPr sz="2400" b="1" spc="-70" dirty="0">
                <a:latin typeface="Times New Roman"/>
                <a:cs typeface="Times New Roman"/>
              </a:rPr>
              <a:t> </a:t>
            </a:r>
            <a:r>
              <a:rPr sz="2400" b="1" dirty="0">
                <a:latin typeface="Times New Roman"/>
                <a:cs typeface="Times New Roman"/>
              </a:rPr>
              <a:t>Cities</a:t>
            </a:r>
            <a:r>
              <a:rPr sz="2400" b="1" spc="-35" dirty="0">
                <a:latin typeface="Times New Roman"/>
                <a:cs typeface="Times New Roman"/>
              </a:rPr>
              <a:t> </a:t>
            </a:r>
            <a:r>
              <a:rPr sz="2400" b="1" dirty="0">
                <a:latin typeface="Times New Roman"/>
                <a:cs typeface="Times New Roman"/>
              </a:rPr>
              <a:t>and</a:t>
            </a:r>
            <a:r>
              <a:rPr sz="2400" b="1" spc="-55" dirty="0">
                <a:latin typeface="Times New Roman"/>
                <a:cs typeface="Times New Roman"/>
              </a:rPr>
              <a:t> </a:t>
            </a:r>
            <a:r>
              <a:rPr sz="2400" b="1" spc="-10" dirty="0">
                <a:latin typeface="Times New Roman"/>
                <a:cs typeface="Times New Roman"/>
              </a:rPr>
              <a:t>Communities</a:t>
            </a:r>
            <a:endParaRPr sz="2400" dirty="0">
              <a:latin typeface="Times New Roman"/>
              <a:cs typeface="Times New Roman"/>
            </a:endParaRPr>
          </a:p>
        </p:txBody>
      </p:sp>
      <p:sp>
        <p:nvSpPr>
          <p:cNvPr id="6" name="object 6"/>
          <p:cNvSpPr txBox="1"/>
          <p:nvPr/>
        </p:nvSpPr>
        <p:spPr>
          <a:xfrm>
            <a:off x="972718" y="7740680"/>
            <a:ext cx="7679055" cy="2005293"/>
          </a:xfrm>
          <a:prstGeom prst="rect">
            <a:avLst/>
          </a:prstGeom>
        </p:spPr>
        <p:txBody>
          <a:bodyPr vert="horz" wrap="square" lIns="0" tIns="241935" rIns="0" bIns="0" rtlCol="0">
            <a:spAutoFit/>
          </a:bodyPr>
          <a:lstStyle/>
          <a:p>
            <a:pPr marL="12700">
              <a:lnSpc>
                <a:spcPct val="100000"/>
              </a:lnSpc>
              <a:spcBef>
                <a:spcPts val="1905"/>
              </a:spcBef>
            </a:pPr>
            <a:r>
              <a:rPr sz="3000" b="1" dirty="0">
                <a:latin typeface="Cambria"/>
                <a:cs typeface="Cambria"/>
              </a:rPr>
              <a:t>Presented</a:t>
            </a:r>
            <a:r>
              <a:rPr sz="3000" b="1" spc="-160" dirty="0">
                <a:latin typeface="Cambria"/>
                <a:cs typeface="Cambria"/>
              </a:rPr>
              <a:t> </a:t>
            </a:r>
            <a:r>
              <a:rPr sz="3000" b="1" spc="-25" dirty="0">
                <a:latin typeface="Cambria"/>
                <a:cs typeface="Cambria"/>
              </a:rPr>
              <a:t>By:</a:t>
            </a:r>
            <a:endParaRPr sz="3000" dirty="0">
              <a:latin typeface="Cambria"/>
              <a:cs typeface="Cambria"/>
            </a:endParaRPr>
          </a:p>
          <a:p>
            <a:pPr marL="12700" marR="5080">
              <a:lnSpc>
                <a:spcPct val="150000"/>
              </a:lnSpc>
            </a:pPr>
            <a:r>
              <a:rPr lang="en-US" sz="3000" spc="-35" dirty="0">
                <a:latin typeface="Cambria"/>
                <a:cs typeface="Cambria"/>
              </a:rPr>
              <a:t>G.ARAVIND REDDY </a:t>
            </a:r>
            <a:r>
              <a:rPr sz="3000" spc="-80" dirty="0">
                <a:latin typeface="Cambria"/>
                <a:cs typeface="Cambria"/>
              </a:rPr>
              <a:t> </a:t>
            </a:r>
            <a:r>
              <a:rPr sz="3000" dirty="0">
                <a:latin typeface="Cambria"/>
                <a:cs typeface="Cambria"/>
              </a:rPr>
              <a:t>–</a:t>
            </a:r>
            <a:r>
              <a:rPr sz="3000" spc="-110" dirty="0">
                <a:latin typeface="Cambria"/>
                <a:cs typeface="Cambria"/>
              </a:rPr>
              <a:t> </a:t>
            </a:r>
            <a:r>
              <a:rPr sz="3000" dirty="0">
                <a:latin typeface="Cambria"/>
                <a:cs typeface="Cambria"/>
              </a:rPr>
              <a:t>VTU24747</a:t>
            </a:r>
            <a:r>
              <a:rPr sz="3000" spc="-65" dirty="0">
                <a:latin typeface="Cambria"/>
                <a:cs typeface="Cambria"/>
              </a:rPr>
              <a:t> </a:t>
            </a:r>
            <a:r>
              <a:rPr sz="3000" spc="-50" dirty="0">
                <a:latin typeface="Cambria"/>
                <a:cs typeface="Cambria"/>
              </a:rPr>
              <a:t>– </a:t>
            </a:r>
            <a:r>
              <a:rPr sz="3000" spc="-10" dirty="0">
                <a:latin typeface="Cambria"/>
                <a:cs typeface="Cambria"/>
              </a:rPr>
              <a:t>Reg.No:23UECS0433</a:t>
            </a:r>
            <a:endParaRPr sz="3000" dirty="0">
              <a:latin typeface="Cambria"/>
              <a:cs typeface="Cambria"/>
            </a:endParaRPr>
          </a:p>
        </p:txBody>
      </p:sp>
      <p:sp>
        <p:nvSpPr>
          <p:cNvPr id="7" name="object 7"/>
          <p:cNvSpPr txBox="1"/>
          <p:nvPr/>
        </p:nvSpPr>
        <p:spPr>
          <a:xfrm>
            <a:off x="11025631" y="7763936"/>
            <a:ext cx="6485890" cy="1431290"/>
          </a:xfrm>
          <a:prstGeom prst="rect">
            <a:avLst/>
          </a:prstGeom>
        </p:spPr>
        <p:txBody>
          <a:bodyPr vert="horz" wrap="square" lIns="0" tIns="236855" rIns="0" bIns="0" rtlCol="0">
            <a:spAutoFit/>
          </a:bodyPr>
          <a:lstStyle/>
          <a:p>
            <a:pPr marL="12700">
              <a:lnSpc>
                <a:spcPct val="100000"/>
              </a:lnSpc>
              <a:spcBef>
                <a:spcPts val="1865"/>
              </a:spcBef>
            </a:pPr>
            <a:r>
              <a:rPr sz="3000" b="1" dirty="0">
                <a:latin typeface="Cambria"/>
                <a:cs typeface="Cambria"/>
              </a:rPr>
              <a:t>Courses</a:t>
            </a:r>
            <a:r>
              <a:rPr sz="3000" b="1" spc="-65" dirty="0">
                <a:latin typeface="Cambria"/>
                <a:cs typeface="Cambria"/>
              </a:rPr>
              <a:t> </a:t>
            </a:r>
            <a:r>
              <a:rPr sz="3000" b="1" dirty="0">
                <a:latin typeface="Cambria"/>
                <a:cs typeface="Cambria"/>
              </a:rPr>
              <a:t>Handling</a:t>
            </a:r>
            <a:r>
              <a:rPr sz="3000" b="1" spc="-50" dirty="0">
                <a:latin typeface="Cambria"/>
                <a:cs typeface="Cambria"/>
              </a:rPr>
              <a:t> </a:t>
            </a:r>
            <a:r>
              <a:rPr sz="3000" b="1" spc="-10" dirty="0">
                <a:latin typeface="Cambria"/>
                <a:cs typeface="Cambria"/>
              </a:rPr>
              <a:t>Faculty:</a:t>
            </a:r>
            <a:endParaRPr sz="3000">
              <a:latin typeface="Cambria"/>
              <a:cs typeface="Cambria"/>
            </a:endParaRPr>
          </a:p>
          <a:p>
            <a:pPr marL="12700">
              <a:lnSpc>
                <a:spcPct val="100000"/>
              </a:lnSpc>
              <a:spcBef>
                <a:spcPts val="1864"/>
              </a:spcBef>
              <a:tabLst>
                <a:tab pos="3490595" algn="l"/>
              </a:tabLst>
            </a:pPr>
            <a:r>
              <a:rPr sz="3200" spc="-85" dirty="0">
                <a:latin typeface="Calibri"/>
                <a:cs typeface="Calibri"/>
              </a:rPr>
              <a:t>Dr.</a:t>
            </a:r>
            <a:r>
              <a:rPr sz="3200" spc="-100" dirty="0">
                <a:latin typeface="Calibri"/>
                <a:cs typeface="Calibri"/>
              </a:rPr>
              <a:t> </a:t>
            </a:r>
            <a:r>
              <a:rPr sz="3200" dirty="0">
                <a:latin typeface="Calibri"/>
                <a:cs typeface="Calibri"/>
              </a:rPr>
              <a:t>Hafizur</a:t>
            </a:r>
            <a:r>
              <a:rPr sz="3200" spc="-95" dirty="0">
                <a:latin typeface="Calibri"/>
                <a:cs typeface="Calibri"/>
              </a:rPr>
              <a:t> </a:t>
            </a:r>
            <a:r>
              <a:rPr sz="3200" spc="-10" dirty="0">
                <a:latin typeface="Calibri"/>
                <a:cs typeface="Calibri"/>
              </a:rPr>
              <a:t>Rahman</a:t>
            </a:r>
            <a:r>
              <a:rPr sz="3000" spc="-10" dirty="0">
                <a:latin typeface="Cambria"/>
                <a:cs typeface="Cambria"/>
              </a:rPr>
              <a:t>-</a:t>
            </a:r>
            <a:r>
              <a:rPr sz="3000" dirty="0">
                <a:latin typeface="Cambria"/>
                <a:cs typeface="Cambria"/>
              </a:rPr>
              <a:t>	B.E.,</a:t>
            </a:r>
            <a:r>
              <a:rPr sz="3000" spc="-90" dirty="0">
                <a:latin typeface="Cambria"/>
                <a:cs typeface="Cambria"/>
              </a:rPr>
              <a:t> </a:t>
            </a:r>
            <a:r>
              <a:rPr sz="3000" spc="-25" dirty="0">
                <a:latin typeface="Cambria"/>
                <a:cs typeface="Cambria"/>
              </a:rPr>
              <a:t>M.Tech.,</a:t>
            </a:r>
            <a:r>
              <a:rPr sz="3000" spc="-90" dirty="0">
                <a:latin typeface="Cambria"/>
                <a:cs typeface="Cambria"/>
              </a:rPr>
              <a:t> </a:t>
            </a:r>
            <a:r>
              <a:rPr sz="3000" spc="-10" dirty="0">
                <a:latin typeface="Cambria"/>
                <a:cs typeface="Cambria"/>
              </a:rPr>
              <a:t>Ph.D.</a:t>
            </a:r>
            <a:endParaRPr sz="3000">
              <a:latin typeface="Cambria"/>
              <a:cs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6312895" y="911352"/>
            <a:ext cx="948055" cy="234950"/>
            <a:chOff x="16312895" y="911352"/>
            <a:chExt cx="948055" cy="234950"/>
          </a:xfrm>
        </p:grpSpPr>
        <p:pic>
          <p:nvPicPr>
            <p:cNvPr id="3" name="object 3"/>
            <p:cNvPicPr/>
            <p:nvPr/>
          </p:nvPicPr>
          <p:blipFill>
            <a:blip r:embed="rId2" cstate="print"/>
            <a:stretch>
              <a:fillRect/>
            </a:stretch>
          </p:blipFill>
          <p:spPr>
            <a:xfrm>
              <a:off x="16334231" y="932688"/>
              <a:ext cx="487425" cy="48768"/>
            </a:xfrm>
            <a:prstGeom prst="rect">
              <a:avLst/>
            </a:prstGeom>
          </p:spPr>
        </p:pic>
        <p:sp>
          <p:nvSpPr>
            <p:cNvPr id="4" name="object 4"/>
            <p:cNvSpPr/>
            <p:nvPr/>
          </p:nvSpPr>
          <p:spPr>
            <a:xfrm>
              <a:off x="16314419" y="912876"/>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5" name="object 5"/>
          <p:cNvSpPr/>
          <p:nvPr/>
        </p:nvSpPr>
        <p:spPr>
          <a:xfrm>
            <a:off x="707136" y="1950720"/>
            <a:ext cx="990600" cy="993775"/>
          </a:xfrm>
          <a:custGeom>
            <a:avLst/>
            <a:gdLst/>
            <a:ahLst/>
            <a:cxnLst/>
            <a:rect l="l" t="t" r="r" b="b"/>
            <a:pathLst>
              <a:path w="990600" h="993775">
                <a:moveTo>
                  <a:pt x="495300" y="0"/>
                </a:moveTo>
                <a:lnTo>
                  <a:pt x="447599" y="2273"/>
                </a:lnTo>
                <a:lnTo>
                  <a:pt x="401181" y="8956"/>
                </a:lnTo>
                <a:lnTo>
                  <a:pt x="356254" y="19839"/>
                </a:lnTo>
                <a:lnTo>
                  <a:pt x="313025" y="34716"/>
                </a:lnTo>
                <a:lnTo>
                  <a:pt x="271701" y="53377"/>
                </a:lnTo>
                <a:lnTo>
                  <a:pt x="232490" y="75615"/>
                </a:lnTo>
                <a:lnTo>
                  <a:pt x="195600" y="101222"/>
                </a:lnTo>
                <a:lnTo>
                  <a:pt x="161238" y="129990"/>
                </a:lnTo>
                <a:lnTo>
                  <a:pt x="129612" y="161710"/>
                </a:lnTo>
                <a:lnTo>
                  <a:pt x="100929" y="196176"/>
                </a:lnTo>
                <a:lnTo>
                  <a:pt x="75397" y="233179"/>
                </a:lnTo>
                <a:lnTo>
                  <a:pt x="53224" y="272510"/>
                </a:lnTo>
                <a:lnTo>
                  <a:pt x="34617" y="313963"/>
                </a:lnTo>
                <a:lnTo>
                  <a:pt x="19783" y="357329"/>
                </a:lnTo>
                <a:lnTo>
                  <a:pt x="8931" y="402399"/>
                </a:lnTo>
                <a:lnTo>
                  <a:pt x="2267" y="448967"/>
                </a:lnTo>
                <a:lnTo>
                  <a:pt x="0" y="496824"/>
                </a:lnTo>
                <a:lnTo>
                  <a:pt x="2267" y="544680"/>
                </a:lnTo>
                <a:lnTo>
                  <a:pt x="8931" y="591248"/>
                </a:lnTo>
                <a:lnTo>
                  <a:pt x="19783" y="636318"/>
                </a:lnTo>
                <a:lnTo>
                  <a:pt x="34617" y="679684"/>
                </a:lnTo>
                <a:lnTo>
                  <a:pt x="53224" y="721137"/>
                </a:lnTo>
                <a:lnTo>
                  <a:pt x="75397" y="760468"/>
                </a:lnTo>
                <a:lnTo>
                  <a:pt x="100929" y="797471"/>
                </a:lnTo>
                <a:lnTo>
                  <a:pt x="129612" y="831937"/>
                </a:lnTo>
                <a:lnTo>
                  <a:pt x="161238" y="863657"/>
                </a:lnTo>
                <a:lnTo>
                  <a:pt x="195600" y="892425"/>
                </a:lnTo>
                <a:lnTo>
                  <a:pt x="232490" y="918032"/>
                </a:lnTo>
                <a:lnTo>
                  <a:pt x="271701" y="940270"/>
                </a:lnTo>
                <a:lnTo>
                  <a:pt x="313025" y="958931"/>
                </a:lnTo>
                <a:lnTo>
                  <a:pt x="356254" y="973808"/>
                </a:lnTo>
                <a:lnTo>
                  <a:pt x="401181" y="984691"/>
                </a:lnTo>
                <a:lnTo>
                  <a:pt x="447599" y="991374"/>
                </a:lnTo>
                <a:lnTo>
                  <a:pt x="495300" y="993648"/>
                </a:lnTo>
                <a:lnTo>
                  <a:pt x="543002" y="991374"/>
                </a:lnTo>
                <a:lnTo>
                  <a:pt x="589421" y="984691"/>
                </a:lnTo>
                <a:lnTo>
                  <a:pt x="634350" y="973808"/>
                </a:lnTo>
                <a:lnTo>
                  <a:pt x="677580" y="958931"/>
                </a:lnTo>
                <a:lnTo>
                  <a:pt x="718904" y="940270"/>
                </a:lnTo>
                <a:lnTo>
                  <a:pt x="758115" y="918032"/>
                </a:lnTo>
                <a:lnTo>
                  <a:pt x="795005" y="892425"/>
                </a:lnTo>
                <a:lnTo>
                  <a:pt x="829366" y="863657"/>
                </a:lnTo>
                <a:lnTo>
                  <a:pt x="860992" y="831937"/>
                </a:lnTo>
                <a:lnTo>
                  <a:pt x="889674" y="797471"/>
                </a:lnTo>
                <a:lnTo>
                  <a:pt x="915205" y="760468"/>
                </a:lnTo>
                <a:lnTo>
                  <a:pt x="937377" y="721137"/>
                </a:lnTo>
                <a:lnTo>
                  <a:pt x="955984" y="679684"/>
                </a:lnTo>
                <a:lnTo>
                  <a:pt x="970817" y="636318"/>
                </a:lnTo>
                <a:lnTo>
                  <a:pt x="981669" y="591248"/>
                </a:lnTo>
                <a:lnTo>
                  <a:pt x="988332" y="544680"/>
                </a:lnTo>
                <a:lnTo>
                  <a:pt x="990600" y="496824"/>
                </a:lnTo>
                <a:lnTo>
                  <a:pt x="988332" y="448967"/>
                </a:lnTo>
                <a:lnTo>
                  <a:pt x="981669" y="402399"/>
                </a:lnTo>
                <a:lnTo>
                  <a:pt x="970817" y="357329"/>
                </a:lnTo>
                <a:lnTo>
                  <a:pt x="955984" y="313963"/>
                </a:lnTo>
                <a:lnTo>
                  <a:pt x="937377" y="272510"/>
                </a:lnTo>
                <a:lnTo>
                  <a:pt x="915205" y="233179"/>
                </a:lnTo>
                <a:lnTo>
                  <a:pt x="889674" y="196176"/>
                </a:lnTo>
                <a:lnTo>
                  <a:pt x="860992" y="161710"/>
                </a:lnTo>
                <a:lnTo>
                  <a:pt x="829366" y="129990"/>
                </a:lnTo>
                <a:lnTo>
                  <a:pt x="795005" y="101222"/>
                </a:lnTo>
                <a:lnTo>
                  <a:pt x="758115" y="75615"/>
                </a:lnTo>
                <a:lnTo>
                  <a:pt x="718904" y="53377"/>
                </a:lnTo>
                <a:lnTo>
                  <a:pt x="677580" y="34716"/>
                </a:lnTo>
                <a:lnTo>
                  <a:pt x="634350" y="19839"/>
                </a:lnTo>
                <a:lnTo>
                  <a:pt x="589421" y="8956"/>
                </a:lnTo>
                <a:lnTo>
                  <a:pt x="543002" y="2273"/>
                </a:lnTo>
                <a:lnTo>
                  <a:pt x="495300" y="0"/>
                </a:lnTo>
                <a:close/>
              </a:path>
            </a:pathLst>
          </a:custGeom>
          <a:solidFill>
            <a:srgbClr val="FC611F"/>
          </a:solidFill>
        </p:spPr>
        <p:txBody>
          <a:bodyPr wrap="square" lIns="0" tIns="0" rIns="0" bIns="0" rtlCol="0"/>
          <a:lstStyle/>
          <a:p>
            <a:endParaRPr/>
          </a:p>
        </p:txBody>
      </p:sp>
      <p:sp>
        <p:nvSpPr>
          <p:cNvPr id="6" name="object 6"/>
          <p:cNvSpPr txBox="1"/>
          <p:nvPr/>
        </p:nvSpPr>
        <p:spPr>
          <a:xfrm>
            <a:off x="1127861" y="2181605"/>
            <a:ext cx="147955" cy="435609"/>
          </a:xfrm>
          <a:prstGeom prst="rect">
            <a:avLst/>
          </a:prstGeom>
        </p:spPr>
        <p:txBody>
          <a:bodyPr vert="horz" wrap="square" lIns="0" tIns="17145" rIns="0" bIns="0" rtlCol="0">
            <a:spAutoFit/>
          </a:bodyPr>
          <a:lstStyle/>
          <a:p>
            <a:pPr marL="12700">
              <a:lnSpc>
                <a:spcPct val="100000"/>
              </a:lnSpc>
              <a:spcBef>
                <a:spcPts val="135"/>
              </a:spcBef>
            </a:pPr>
            <a:r>
              <a:rPr sz="2650" spc="-545" dirty="0">
                <a:solidFill>
                  <a:srgbClr val="FFFDFD"/>
                </a:solidFill>
                <a:latin typeface="Tahoma"/>
                <a:cs typeface="Tahoma"/>
              </a:rPr>
              <a:t>1</a:t>
            </a:r>
            <a:endParaRPr sz="2650">
              <a:latin typeface="Tahoma"/>
              <a:cs typeface="Tahoma"/>
            </a:endParaRPr>
          </a:p>
        </p:txBody>
      </p:sp>
      <p:sp>
        <p:nvSpPr>
          <p:cNvPr id="7" name="object 7"/>
          <p:cNvSpPr/>
          <p:nvPr/>
        </p:nvSpPr>
        <p:spPr>
          <a:xfrm>
            <a:off x="949452" y="4448555"/>
            <a:ext cx="509270" cy="546100"/>
          </a:xfrm>
          <a:custGeom>
            <a:avLst/>
            <a:gdLst/>
            <a:ahLst/>
            <a:cxnLst/>
            <a:rect l="l" t="t" r="r" b="b"/>
            <a:pathLst>
              <a:path w="509269" h="546100">
                <a:moveTo>
                  <a:pt x="254507" y="0"/>
                </a:moveTo>
                <a:lnTo>
                  <a:pt x="208759" y="4396"/>
                </a:lnTo>
                <a:lnTo>
                  <a:pt x="165700" y="17071"/>
                </a:lnTo>
                <a:lnTo>
                  <a:pt x="126051" y="37253"/>
                </a:lnTo>
                <a:lnTo>
                  <a:pt x="90530" y="64171"/>
                </a:lnTo>
                <a:lnTo>
                  <a:pt x="59856" y="97053"/>
                </a:lnTo>
                <a:lnTo>
                  <a:pt x="34747" y="135127"/>
                </a:lnTo>
                <a:lnTo>
                  <a:pt x="15922" y="177624"/>
                </a:lnTo>
                <a:lnTo>
                  <a:pt x="4100" y="223770"/>
                </a:lnTo>
                <a:lnTo>
                  <a:pt x="0" y="272796"/>
                </a:lnTo>
                <a:lnTo>
                  <a:pt x="4100" y="321821"/>
                </a:lnTo>
                <a:lnTo>
                  <a:pt x="15922" y="367967"/>
                </a:lnTo>
                <a:lnTo>
                  <a:pt x="34747" y="410463"/>
                </a:lnTo>
                <a:lnTo>
                  <a:pt x="59856" y="448538"/>
                </a:lnTo>
                <a:lnTo>
                  <a:pt x="90530" y="481420"/>
                </a:lnTo>
                <a:lnTo>
                  <a:pt x="126051" y="508338"/>
                </a:lnTo>
                <a:lnTo>
                  <a:pt x="165700" y="528520"/>
                </a:lnTo>
                <a:lnTo>
                  <a:pt x="208759" y="541195"/>
                </a:lnTo>
                <a:lnTo>
                  <a:pt x="254507" y="545592"/>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7" y="0"/>
                </a:lnTo>
                <a:close/>
              </a:path>
            </a:pathLst>
          </a:custGeom>
          <a:ln w="9144">
            <a:solidFill>
              <a:srgbClr val="FC611F"/>
            </a:solidFill>
          </a:ln>
        </p:spPr>
        <p:txBody>
          <a:bodyPr wrap="square" lIns="0" tIns="0" rIns="0" bIns="0" rtlCol="0"/>
          <a:lstStyle/>
          <a:p>
            <a:endParaRPr/>
          </a:p>
        </p:txBody>
      </p:sp>
      <p:sp>
        <p:nvSpPr>
          <p:cNvPr id="8" name="object 8"/>
          <p:cNvSpPr txBox="1"/>
          <p:nvPr/>
        </p:nvSpPr>
        <p:spPr>
          <a:xfrm>
            <a:off x="1116583" y="4558664"/>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9" name="object 9"/>
          <p:cNvSpPr/>
          <p:nvPr/>
        </p:nvSpPr>
        <p:spPr>
          <a:xfrm>
            <a:off x="949452" y="3107435"/>
            <a:ext cx="509270" cy="546100"/>
          </a:xfrm>
          <a:custGeom>
            <a:avLst/>
            <a:gdLst/>
            <a:ahLst/>
            <a:cxnLst/>
            <a:rect l="l" t="t" r="r" b="b"/>
            <a:pathLst>
              <a:path w="509269" h="546100">
                <a:moveTo>
                  <a:pt x="254507" y="0"/>
                </a:moveTo>
                <a:lnTo>
                  <a:pt x="208759" y="4396"/>
                </a:lnTo>
                <a:lnTo>
                  <a:pt x="165700" y="17071"/>
                </a:lnTo>
                <a:lnTo>
                  <a:pt x="126051" y="37253"/>
                </a:lnTo>
                <a:lnTo>
                  <a:pt x="90530" y="64171"/>
                </a:lnTo>
                <a:lnTo>
                  <a:pt x="59856" y="97053"/>
                </a:lnTo>
                <a:lnTo>
                  <a:pt x="34747" y="135128"/>
                </a:lnTo>
                <a:lnTo>
                  <a:pt x="15922" y="177624"/>
                </a:lnTo>
                <a:lnTo>
                  <a:pt x="4100" y="223770"/>
                </a:lnTo>
                <a:lnTo>
                  <a:pt x="0" y="272796"/>
                </a:lnTo>
                <a:lnTo>
                  <a:pt x="4100" y="321821"/>
                </a:lnTo>
                <a:lnTo>
                  <a:pt x="15922" y="367967"/>
                </a:lnTo>
                <a:lnTo>
                  <a:pt x="34747" y="410463"/>
                </a:lnTo>
                <a:lnTo>
                  <a:pt x="59856" y="448538"/>
                </a:lnTo>
                <a:lnTo>
                  <a:pt x="90530" y="481420"/>
                </a:lnTo>
                <a:lnTo>
                  <a:pt x="126051" y="508338"/>
                </a:lnTo>
                <a:lnTo>
                  <a:pt x="165700" y="528520"/>
                </a:lnTo>
                <a:lnTo>
                  <a:pt x="208759" y="541195"/>
                </a:lnTo>
                <a:lnTo>
                  <a:pt x="254507" y="545592"/>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7" y="0"/>
                </a:lnTo>
                <a:close/>
              </a:path>
            </a:pathLst>
          </a:custGeom>
          <a:ln w="9144">
            <a:solidFill>
              <a:srgbClr val="FC611F"/>
            </a:solidFill>
          </a:ln>
        </p:spPr>
        <p:txBody>
          <a:bodyPr wrap="square" lIns="0" tIns="0" rIns="0" bIns="0" rtlCol="0"/>
          <a:lstStyle/>
          <a:p>
            <a:endParaRPr/>
          </a:p>
        </p:txBody>
      </p:sp>
      <p:sp>
        <p:nvSpPr>
          <p:cNvPr id="10" name="object 10"/>
          <p:cNvSpPr txBox="1"/>
          <p:nvPr/>
        </p:nvSpPr>
        <p:spPr>
          <a:xfrm>
            <a:off x="1122680" y="3218434"/>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1" name="object 11"/>
          <p:cNvSpPr/>
          <p:nvPr/>
        </p:nvSpPr>
        <p:spPr>
          <a:xfrm>
            <a:off x="949452" y="5116067"/>
            <a:ext cx="509270" cy="546100"/>
          </a:xfrm>
          <a:custGeom>
            <a:avLst/>
            <a:gdLst/>
            <a:ahLst/>
            <a:cxnLst/>
            <a:rect l="l" t="t" r="r" b="b"/>
            <a:pathLst>
              <a:path w="509269" h="546100">
                <a:moveTo>
                  <a:pt x="254507" y="0"/>
                </a:moveTo>
                <a:lnTo>
                  <a:pt x="208759" y="4396"/>
                </a:lnTo>
                <a:lnTo>
                  <a:pt x="165700" y="17071"/>
                </a:lnTo>
                <a:lnTo>
                  <a:pt x="126051" y="37253"/>
                </a:lnTo>
                <a:lnTo>
                  <a:pt x="90530" y="64171"/>
                </a:lnTo>
                <a:lnTo>
                  <a:pt x="59856" y="97053"/>
                </a:lnTo>
                <a:lnTo>
                  <a:pt x="34747" y="135127"/>
                </a:lnTo>
                <a:lnTo>
                  <a:pt x="15922" y="177624"/>
                </a:lnTo>
                <a:lnTo>
                  <a:pt x="4100" y="223770"/>
                </a:lnTo>
                <a:lnTo>
                  <a:pt x="0" y="272796"/>
                </a:lnTo>
                <a:lnTo>
                  <a:pt x="4100" y="321821"/>
                </a:lnTo>
                <a:lnTo>
                  <a:pt x="15922" y="367967"/>
                </a:lnTo>
                <a:lnTo>
                  <a:pt x="34747" y="410463"/>
                </a:lnTo>
                <a:lnTo>
                  <a:pt x="59856" y="448538"/>
                </a:lnTo>
                <a:lnTo>
                  <a:pt x="90530" y="481420"/>
                </a:lnTo>
                <a:lnTo>
                  <a:pt x="126051" y="508338"/>
                </a:lnTo>
                <a:lnTo>
                  <a:pt x="165700" y="528520"/>
                </a:lnTo>
                <a:lnTo>
                  <a:pt x="208759" y="541195"/>
                </a:lnTo>
                <a:lnTo>
                  <a:pt x="254507" y="545592"/>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7" y="0"/>
                </a:lnTo>
                <a:close/>
              </a:path>
            </a:pathLst>
          </a:custGeom>
          <a:ln w="9144">
            <a:solidFill>
              <a:srgbClr val="FC611F"/>
            </a:solidFill>
          </a:ln>
        </p:spPr>
        <p:txBody>
          <a:bodyPr wrap="square" lIns="0" tIns="0" rIns="0" bIns="0" rtlCol="0"/>
          <a:lstStyle/>
          <a:p>
            <a:endParaRPr/>
          </a:p>
        </p:txBody>
      </p:sp>
      <p:sp>
        <p:nvSpPr>
          <p:cNvPr id="12" name="object 12"/>
          <p:cNvSpPr txBox="1"/>
          <p:nvPr/>
        </p:nvSpPr>
        <p:spPr>
          <a:xfrm>
            <a:off x="1122680" y="5227446"/>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3" name="object 13"/>
          <p:cNvSpPr/>
          <p:nvPr/>
        </p:nvSpPr>
        <p:spPr>
          <a:xfrm>
            <a:off x="949452" y="3777996"/>
            <a:ext cx="509270" cy="542925"/>
          </a:xfrm>
          <a:custGeom>
            <a:avLst/>
            <a:gdLst/>
            <a:ahLst/>
            <a:cxnLst/>
            <a:rect l="l" t="t" r="r" b="b"/>
            <a:pathLst>
              <a:path w="509269" h="542925">
                <a:moveTo>
                  <a:pt x="254507" y="0"/>
                </a:moveTo>
                <a:lnTo>
                  <a:pt x="208759" y="4369"/>
                </a:lnTo>
                <a:lnTo>
                  <a:pt x="165700" y="16966"/>
                </a:lnTo>
                <a:lnTo>
                  <a:pt x="126051" y="37027"/>
                </a:lnTo>
                <a:lnTo>
                  <a:pt x="90530" y="63786"/>
                </a:lnTo>
                <a:lnTo>
                  <a:pt x="59856" y="96478"/>
                </a:lnTo>
                <a:lnTo>
                  <a:pt x="34747" y="134337"/>
                </a:lnTo>
                <a:lnTo>
                  <a:pt x="15922" y="176600"/>
                </a:lnTo>
                <a:lnTo>
                  <a:pt x="4100" y="222499"/>
                </a:lnTo>
                <a:lnTo>
                  <a:pt x="0" y="271271"/>
                </a:lnTo>
                <a:lnTo>
                  <a:pt x="4100" y="320044"/>
                </a:lnTo>
                <a:lnTo>
                  <a:pt x="15922" y="365943"/>
                </a:lnTo>
                <a:lnTo>
                  <a:pt x="34747" y="408206"/>
                </a:lnTo>
                <a:lnTo>
                  <a:pt x="59856" y="446065"/>
                </a:lnTo>
                <a:lnTo>
                  <a:pt x="90530" y="478757"/>
                </a:lnTo>
                <a:lnTo>
                  <a:pt x="126051" y="505516"/>
                </a:lnTo>
                <a:lnTo>
                  <a:pt x="165700" y="525577"/>
                </a:lnTo>
                <a:lnTo>
                  <a:pt x="208759" y="538174"/>
                </a:lnTo>
                <a:lnTo>
                  <a:pt x="254507" y="542543"/>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1"/>
                </a:lnTo>
                <a:lnTo>
                  <a:pt x="504916" y="222499"/>
                </a:lnTo>
                <a:lnTo>
                  <a:pt x="493096" y="176600"/>
                </a:lnTo>
                <a:lnTo>
                  <a:pt x="474274" y="134337"/>
                </a:lnTo>
                <a:lnTo>
                  <a:pt x="449168" y="96478"/>
                </a:lnTo>
                <a:lnTo>
                  <a:pt x="418495" y="63786"/>
                </a:lnTo>
                <a:lnTo>
                  <a:pt x="382975" y="37027"/>
                </a:lnTo>
                <a:lnTo>
                  <a:pt x="343325" y="16966"/>
                </a:lnTo>
                <a:lnTo>
                  <a:pt x="300263" y="4369"/>
                </a:lnTo>
                <a:lnTo>
                  <a:pt x="254507" y="0"/>
                </a:lnTo>
                <a:close/>
              </a:path>
            </a:pathLst>
          </a:custGeom>
          <a:ln w="9144">
            <a:solidFill>
              <a:srgbClr val="FC611F"/>
            </a:solidFill>
          </a:ln>
        </p:spPr>
        <p:txBody>
          <a:bodyPr wrap="square" lIns="0" tIns="0" rIns="0" bIns="0" rtlCol="0"/>
          <a:lstStyle/>
          <a:p>
            <a:endParaRPr/>
          </a:p>
        </p:txBody>
      </p:sp>
      <p:sp>
        <p:nvSpPr>
          <p:cNvPr id="14" name="object 14"/>
          <p:cNvSpPr txBox="1"/>
          <p:nvPr/>
        </p:nvSpPr>
        <p:spPr>
          <a:xfrm>
            <a:off x="1122680" y="3887851"/>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3</a:t>
            </a:r>
            <a:endParaRPr sz="1700">
              <a:latin typeface="Tahoma"/>
              <a:cs typeface="Tahoma"/>
            </a:endParaRPr>
          </a:p>
        </p:txBody>
      </p:sp>
      <p:sp>
        <p:nvSpPr>
          <p:cNvPr id="15" name="object 15"/>
          <p:cNvSpPr/>
          <p:nvPr/>
        </p:nvSpPr>
        <p:spPr>
          <a:xfrm>
            <a:off x="949452" y="6457188"/>
            <a:ext cx="509270" cy="542925"/>
          </a:xfrm>
          <a:custGeom>
            <a:avLst/>
            <a:gdLst/>
            <a:ahLst/>
            <a:cxnLst/>
            <a:rect l="l" t="t" r="r" b="b"/>
            <a:pathLst>
              <a:path w="509269" h="542925">
                <a:moveTo>
                  <a:pt x="254507"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7"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7" y="0"/>
                </a:lnTo>
                <a:close/>
              </a:path>
            </a:pathLst>
          </a:custGeom>
          <a:ln w="9144">
            <a:solidFill>
              <a:srgbClr val="FC611F"/>
            </a:solidFill>
          </a:ln>
        </p:spPr>
        <p:txBody>
          <a:bodyPr wrap="square" lIns="0" tIns="0" rIns="0" bIns="0" rtlCol="0"/>
          <a:lstStyle/>
          <a:p>
            <a:endParaRPr/>
          </a:p>
        </p:txBody>
      </p:sp>
      <p:sp>
        <p:nvSpPr>
          <p:cNvPr id="16" name="object 16"/>
          <p:cNvSpPr txBox="1"/>
          <p:nvPr/>
        </p:nvSpPr>
        <p:spPr>
          <a:xfrm>
            <a:off x="1125727" y="6567372"/>
            <a:ext cx="154940" cy="285750"/>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sp>
        <p:nvSpPr>
          <p:cNvPr id="17" name="object 17"/>
          <p:cNvSpPr/>
          <p:nvPr/>
        </p:nvSpPr>
        <p:spPr>
          <a:xfrm>
            <a:off x="949452" y="5786628"/>
            <a:ext cx="509270" cy="542925"/>
          </a:xfrm>
          <a:custGeom>
            <a:avLst/>
            <a:gdLst/>
            <a:ahLst/>
            <a:cxnLst/>
            <a:rect l="l" t="t" r="r" b="b"/>
            <a:pathLst>
              <a:path w="509269" h="542925">
                <a:moveTo>
                  <a:pt x="254507"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7"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7" y="0"/>
                </a:lnTo>
                <a:close/>
              </a:path>
            </a:pathLst>
          </a:custGeom>
          <a:ln w="9144">
            <a:solidFill>
              <a:srgbClr val="FC611F"/>
            </a:solidFill>
          </a:ln>
        </p:spPr>
        <p:txBody>
          <a:bodyPr wrap="square" lIns="0" tIns="0" rIns="0" bIns="0" rtlCol="0"/>
          <a:lstStyle/>
          <a:p>
            <a:endParaRPr/>
          </a:p>
        </p:txBody>
      </p:sp>
      <p:sp>
        <p:nvSpPr>
          <p:cNvPr id="18" name="object 18"/>
          <p:cNvSpPr txBox="1"/>
          <p:nvPr/>
        </p:nvSpPr>
        <p:spPr>
          <a:xfrm>
            <a:off x="1119632" y="5896736"/>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9" name="object 19"/>
          <p:cNvSpPr/>
          <p:nvPr/>
        </p:nvSpPr>
        <p:spPr>
          <a:xfrm>
            <a:off x="949452" y="7124700"/>
            <a:ext cx="509270" cy="542925"/>
          </a:xfrm>
          <a:custGeom>
            <a:avLst/>
            <a:gdLst/>
            <a:ahLst/>
            <a:cxnLst/>
            <a:rect l="l" t="t" r="r" b="b"/>
            <a:pathLst>
              <a:path w="509269" h="542925">
                <a:moveTo>
                  <a:pt x="254507"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7"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7" y="0"/>
                </a:lnTo>
                <a:close/>
              </a:path>
            </a:pathLst>
          </a:custGeom>
          <a:ln w="9144">
            <a:solidFill>
              <a:srgbClr val="FC611F"/>
            </a:solidFill>
          </a:ln>
        </p:spPr>
        <p:txBody>
          <a:bodyPr wrap="square" lIns="0" tIns="0" rIns="0" bIns="0" rtlCol="0"/>
          <a:lstStyle/>
          <a:p>
            <a:endParaRPr/>
          </a:p>
        </p:txBody>
      </p:sp>
      <p:sp>
        <p:nvSpPr>
          <p:cNvPr id="20" name="object 20"/>
          <p:cNvSpPr txBox="1"/>
          <p:nvPr/>
        </p:nvSpPr>
        <p:spPr>
          <a:xfrm>
            <a:off x="1119632" y="7235138"/>
            <a:ext cx="161925" cy="285750"/>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sp>
        <p:nvSpPr>
          <p:cNvPr id="21" name="object 21"/>
          <p:cNvSpPr/>
          <p:nvPr/>
        </p:nvSpPr>
        <p:spPr>
          <a:xfrm>
            <a:off x="949452" y="7792211"/>
            <a:ext cx="509270" cy="546100"/>
          </a:xfrm>
          <a:custGeom>
            <a:avLst/>
            <a:gdLst/>
            <a:ahLst/>
            <a:cxnLst/>
            <a:rect l="l" t="t" r="r" b="b"/>
            <a:pathLst>
              <a:path w="509269" h="546100">
                <a:moveTo>
                  <a:pt x="254507" y="0"/>
                </a:moveTo>
                <a:lnTo>
                  <a:pt x="208759" y="4396"/>
                </a:lnTo>
                <a:lnTo>
                  <a:pt x="165700" y="17071"/>
                </a:lnTo>
                <a:lnTo>
                  <a:pt x="126051" y="37253"/>
                </a:lnTo>
                <a:lnTo>
                  <a:pt x="90530" y="64171"/>
                </a:lnTo>
                <a:lnTo>
                  <a:pt x="59856" y="97053"/>
                </a:lnTo>
                <a:lnTo>
                  <a:pt x="34747" y="135128"/>
                </a:lnTo>
                <a:lnTo>
                  <a:pt x="15922" y="177624"/>
                </a:lnTo>
                <a:lnTo>
                  <a:pt x="4100" y="223770"/>
                </a:lnTo>
                <a:lnTo>
                  <a:pt x="0" y="272796"/>
                </a:lnTo>
                <a:lnTo>
                  <a:pt x="4100" y="321821"/>
                </a:lnTo>
                <a:lnTo>
                  <a:pt x="15922" y="367967"/>
                </a:lnTo>
                <a:lnTo>
                  <a:pt x="34747" y="410464"/>
                </a:lnTo>
                <a:lnTo>
                  <a:pt x="59856" y="448538"/>
                </a:lnTo>
                <a:lnTo>
                  <a:pt x="90530" y="481420"/>
                </a:lnTo>
                <a:lnTo>
                  <a:pt x="126051" y="508338"/>
                </a:lnTo>
                <a:lnTo>
                  <a:pt x="165700" y="528520"/>
                </a:lnTo>
                <a:lnTo>
                  <a:pt x="208759" y="541195"/>
                </a:lnTo>
                <a:lnTo>
                  <a:pt x="254507" y="545592"/>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7" y="0"/>
                </a:lnTo>
                <a:close/>
              </a:path>
            </a:pathLst>
          </a:custGeom>
          <a:ln w="9144">
            <a:solidFill>
              <a:srgbClr val="FC611F"/>
            </a:solidFill>
          </a:ln>
        </p:spPr>
        <p:txBody>
          <a:bodyPr wrap="square" lIns="0" tIns="0" rIns="0" bIns="0" rtlCol="0"/>
          <a:lstStyle/>
          <a:p>
            <a:endParaRPr/>
          </a:p>
        </p:txBody>
      </p:sp>
      <p:sp>
        <p:nvSpPr>
          <p:cNvPr id="22" name="object 22"/>
          <p:cNvSpPr txBox="1"/>
          <p:nvPr/>
        </p:nvSpPr>
        <p:spPr>
          <a:xfrm>
            <a:off x="1119632" y="7902905"/>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9</a:t>
            </a:r>
            <a:endParaRPr sz="1700">
              <a:latin typeface="Tahoma"/>
              <a:cs typeface="Tahoma"/>
            </a:endParaRPr>
          </a:p>
        </p:txBody>
      </p:sp>
      <p:sp>
        <p:nvSpPr>
          <p:cNvPr id="23" name="object 23"/>
          <p:cNvSpPr txBox="1">
            <a:spLocks noGrp="1"/>
          </p:cNvSpPr>
          <p:nvPr>
            <p:ph type="title"/>
          </p:nvPr>
        </p:nvSpPr>
        <p:spPr>
          <a:prstGeom prst="rect">
            <a:avLst/>
          </a:prstGeom>
        </p:spPr>
        <p:txBody>
          <a:bodyPr vert="horz" wrap="square" lIns="0" tIns="65023" rIns="0" bIns="0" rtlCol="0">
            <a:spAutoFit/>
          </a:bodyPr>
          <a:lstStyle/>
          <a:p>
            <a:pPr marL="3225800">
              <a:lnSpc>
                <a:spcPct val="100000"/>
              </a:lnSpc>
              <a:spcBef>
                <a:spcPts val="100"/>
              </a:spcBef>
            </a:pPr>
            <a:r>
              <a:rPr spc="-10" dirty="0"/>
              <a:t>INTRODUCTION</a:t>
            </a:r>
          </a:p>
        </p:txBody>
      </p:sp>
      <p:sp>
        <p:nvSpPr>
          <p:cNvPr id="24" name="object 24"/>
          <p:cNvSpPr txBox="1"/>
          <p:nvPr/>
        </p:nvSpPr>
        <p:spPr>
          <a:xfrm>
            <a:off x="2593594" y="1243076"/>
            <a:ext cx="14457680" cy="9443611"/>
          </a:xfrm>
          <a:prstGeom prst="rect">
            <a:avLst/>
          </a:prstGeom>
        </p:spPr>
        <p:txBody>
          <a:bodyPr vert="horz" wrap="square" lIns="0" tIns="12700" rIns="0" bIns="0" rtlCol="0">
            <a:spAutoFit/>
          </a:bodyPr>
          <a:lstStyle/>
          <a:p>
            <a:pPr marL="571500" indent="-571500">
              <a:buFont typeface="Arial" panose="020B0604020202020204" pitchFamily="34" charset="0"/>
              <a:buChar char="•"/>
            </a:pPr>
            <a:r>
              <a:rPr lang="en-US" sz="3600" dirty="0"/>
              <a:t>Job portal management for recruiters and job seekers is essential in today's competitive digital employment environment.</a:t>
            </a:r>
          </a:p>
          <a:p>
            <a:pPr marL="571500" indent="-571500">
              <a:buFont typeface="Arial" panose="020B0604020202020204" pitchFamily="34" charset="0"/>
              <a:buChar char="•"/>
            </a:pPr>
            <a:r>
              <a:rPr lang="en-US" sz="3600" dirty="0"/>
              <a:t>Traditional job application involves manual resume submission, paperwork, and limited real-time tracking.</a:t>
            </a:r>
          </a:p>
          <a:p>
            <a:pPr marL="571500" indent="-571500">
              <a:buFont typeface="Arial" panose="020B0604020202020204" pitchFamily="34" charset="0"/>
              <a:buChar char="•"/>
            </a:pPr>
            <a:r>
              <a:rPr lang="en-US" sz="3600" dirty="0"/>
              <a:t>Managing job listings, candidate data, and application status manually leads to delays and errors.</a:t>
            </a:r>
          </a:p>
          <a:p>
            <a:pPr marL="571500" indent="-571500">
              <a:buFont typeface="Arial" panose="020B0604020202020204" pitchFamily="34" charset="0"/>
              <a:buChar char="•"/>
            </a:pPr>
            <a:r>
              <a:rPr lang="en-US" sz="3600" dirty="0"/>
              <a:t>The Advanced Job Portal Management System provides a React JS based web solution with a modern dark theme UI.</a:t>
            </a:r>
          </a:p>
          <a:p>
            <a:pPr marL="571500" indent="-571500">
              <a:buFont typeface="Arial" panose="020B0604020202020204" pitchFamily="34" charset="0"/>
              <a:buChar char="•"/>
            </a:pPr>
            <a:r>
              <a:rPr lang="en-US" sz="3600" dirty="0"/>
              <a:t>Users can register, explore job listings, and apply for jobs online with a professional dark-themed interface.</a:t>
            </a:r>
          </a:p>
          <a:p>
            <a:pPr marL="571500" indent="-571500">
              <a:buFont typeface="Arial" panose="020B0604020202020204" pitchFamily="34" charset="0"/>
              <a:buChar char="•"/>
            </a:pPr>
            <a:r>
              <a:rPr lang="en-US" sz="3600" dirty="0"/>
              <a:t>The system automatically generates application confirmation with a unique Application ID after successful submission.</a:t>
            </a:r>
          </a:p>
          <a:p>
            <a:pPr marL="571500" indent="-571500">
              <a:buFont typeface="Arial" panose="020B0604020202020204" pitchFamily="34" charset="0"/>
              <a:buChar char="•"/>
            </a:pPr>
            <a:r>
              <a:rPr lang="en-US" sz="3600" dirty="0"/>
              <a:t>It reduces manual recruitment effort and improves accuracy, speed, and overall user experience.</a:t>
            </a:r>
          </a:p>
          <a:p>
            <a:pPr marL="571500" indent="-571500">
              <a:buFont typeface="Arial" panose="020B0604020202020204" pitchFamily="34" charset="0"/>
              <a:buChar char="•"/>
            </a:pPr>
            <a:r>
              <a:rPr lang="en-US" sz="3600" dirty="0"/>
              <a:t>This project demonstrates how React JS can simplify real-world job portal and recruitment management.</a:t>
            </a:r>
          </a:p>
          <a:p>
            <a:pPr marL="469900" marR="6985" indent="-457834">
              <a:lnSpc>
                <a:spcPct val="100000"/>
              </a:lnSpc>
              <a:spcBef>
                <a:spcPts val="100"/>
              </a:spcBef>
              <a:buFont typeface="Arial MT"/>
              <a:buChar char="•"/>
              <a:tabLst>
                <a:tab pos="469900" algn="l"/>
                <a:tab pos="1917700" algn="l"/>
                <a:tab pos="3707765" algn="l"/>
                <a:tab pos="4533265" algn="l"/>
                <a:tab pos="6884034" algn="l"/>
                <a:tab pos="8347075" algn="l"/>
                <a:tab pos="8944610" algn="l"/>
                <a:tab pos="11014710" algn="l"/>
                <a:tab pos="11661140" algn="l"/>
                <a:tab pos="13276580" algn="l"/>
              </a:tabLst>
            </a:pPr>
            <a:endParaRPr sz="36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6312895" y="911352"/>
            <a:ext cx="948055" cy="234950"/>
            <a:chOff x="16312895" y="911352"/>
            <a:chExt cx="948055" cy="234950"/>
          </a:xfrm>
        </p:grpSpPr>
        <p:pic>
          <p:nvPicPr>
            <p:cNvPr id="3" name="object 3"/>
            <p:cNvPicPr/>
            <p:nvPr/>
          </p:nvPicPr>
          <p:blipFill>
            <a:blip r:embed="rId2" cstate="print"/>
            <a:stretch>
              <a:fillRect/>
            </a:stretch>
          </p:blipFill>
          <p:spPr>
            <a:xfrm>
              <a:off x="16334231" y="932688"/>
              <a:ext cx="487425" cy="48768"/>
            </a:xfrm>
            <a:prstGeom prst="rect">
              <a:avLst/>
            </a:prstGeom>
          </p:spPr>
        </p:pic>
        <p:sp>
          <p:nvSpPr>
            <p:cNvPr id="4" name="object 4"/>
            <p:cNvSpPr/>
            <p:nvPr/>
          </p:nvSpPr>
          <p:spPr>
            <a:xfrm>
              <a:off x="16314419" y="912876"/>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5" name="object 5"/>
          <p:cNvSpPr/>
          <p:nvPr/>
        </p:nvSpPr>
        <p:spPr>
          <a:xfrm>
            <a:off x="710183" y="2648711"/>
            <a:ext cx="990600" cy="990600"/>
          </a:xfrm>
          <a:custGeom>
            <a:avLst/>
            <a:gdLst/>
            <a:ahLst/>
            <a:cxnLst/>
            <a:rect l="l" t="t" r="r" b="b"/>
            <a:pathLst>
              <a:path w="990600" h="990600">
                <a:moveTo>
                  <a:pt x="495300" y="0"/>
                </a:moveTo>
                <a:lnTo>
                  <a:pt x="447599" y="2267"/>
                </a:lnTo>
                <a:lnTo>
                  <a:pt x="401181" y="8930"/>
                </a:lnTo>
                <a:lnTo>
                  <a:pt x="356254" y="19782"/>
                </a:lnTo>
                <a:lnTo>
                  <a:pt x="313025" y="34615"/>
                </a:lnTo>
                <a:lnTo>
                  <a:pt x="271701" y="53222"/>
                </a:lnTo>
                <a:lnTo>
                  <a:pt x="232490" y="75394"/>
                </a:lnTo>
                <a:lnTo>
                  <a:pt x="195600" y="100925"/>
                </a:lnTo>
                <a:lnTo>
                  <a:pt x="161238" y="129607"/>
                </a:lnTo>
                <a:lnTo>
                  <a:pt x="129612" y="161233"/>
                </a:lnTo>
                <a:lnTo>
                  <a:pt x="100929" y="195594"/>
                </a:lnTo>
                <a:lnTo>
                  <a:pt x="75397" y="232484"/>
                </a:lnTo>
                <a:lnTo>
                  <a:pt x="53224" y="271695"/>
                </a:lnTo>
                <a:lnTo>
                  <a:pt x="34617" y="313019"/>
                </a:lnTo>
                <a:lnTo>
                  <a:pt x="19783" y="356249"/>
                </a:lnTo>
                <a:lnTo>
                  <a:pt x="8931" y="401178"/>
                </a:lnTo>
                <a:lnTo>
                  <a:pt x="2267" y="447597"/>
                </a:lnTo>
                <a:lnTo>
                  <a:pt x="0" y="495300"/>
                </a:lnTo>
                <a:lnTo>
                  <a:pt x="2267" y="543002"/>
                </a:lnTo>
                <a:lnTo>
                  <a:pt x="8931" y="589421"/>
                </a:lnTo>
                <a:lnTo>
                  <a:pt x="19783" y="634350"/>
                </a:lnTo>
                <a:lnTo>
                  <a:pt x="34617" y="677580"/>
                </a:lnTo>
                <a:lnTo>
                  <a:pt x="53224" y="718904"/>
                </a:lnTo>
                <a:lnTo>
                  <a:pt x="75397" y="758115"/>
                </a:lnTo>
                <a:lnTo>
                  <a:pt x="100929" y="795005"/>
                </a:lnTo>
                <a:lnTo>
                  <a:pt x="129612" y="829366"/>
                </a:lnTo>
                <a:lnTo>
                  <a:pt x="161238" y="860992"/>
                </a:lnTo>
                <a:lnTo>
                  <a:pt x="195600" y="889674"/>
                </a:lnTo>
                <a:lnTo>
                  <a:pt x="232490" y="915205"/>
                </a:lnTo>
                <a:lnTo>
                  <a:pt x="271701" y="937377"/>
                </a:lnTo>
                <a:lnTo>
                  <a:pt x="313025" y="955984"/>
                </a:lnTo>
                <a:lnTo>
                  <a:pt x="356254" y="970817"/>
                </a:lnTo>
                <a:lnTo>
                  <a:pt x="401181" y="981669"/>
                </a:lnTo>
                <a:lnTo>
                  <a:pt x="447599" y="988332"/>
                </a:lnTo>
                <a:lnTo>
                  <a:pt x="495300" y="990600"/>
                </a:lnTo>
                <a:lnTo>
                  <a:pt x="543002" y="988332"/>
                </a:lnTo>
                <a:lnTo>
                  <a:pt x="589421" y="981669"/>
                </a:lnTo>
                <a:lnTo>
                  <a:pt x="634350" y="970817"/>
                </a:lnTo>
                <a:lnTo>
                  <a:pt x="677580" y="955984"/>
                </a:lnTo>
                <a:lnTo>
                  <a:pt x="718904" y="937377"/>
                </a:lnTo>
                <a:lnTo>
                  <a:pt x="758115" y="915205"/>
                </a:lnTo>
                <a:lnTo>
                  <a:pt x="795005" y="889674"/>
                </a:lnTo>
                <a:lnTo>
                  <a:pt x="829366" y="860992"/>
                </a:lnTo>
                <a:lnTo>
                  <a:pt x="860992" y="829366"/>
                </a:lnTo>
                <a:lnTo>
                  <a:pt x="889674" y="795005"/>
                </a:lnTo>
                <a:lnTo>
                  <a:pt x="915205" y="758115"/>
                </a:lnTo>
                <a:lnTo>
                  <a:pt x="937377" y="718904"/>
                </a:lnTo>
                <a:lnTo>
                  <a:pt x="955984" y="677580"/>
                </a:lnTo>
                <a:lnTo>
                  <a:pt x="970817" y="634350"/>
                </a:lnTo>
                <a:lnTo>
                  <a:pt x="981669" y="589421"/>
                </a:lnTo>
                <a:lnTo>
                  <a:pt x="988332" y="543002"/>
                </a:lnTo>
                <a:lnTo>
                  <a:pt x="990599" y="495300"/>
                </a:lnTo>
                <a:lnTo>
                  <a:pt x="988332" y="447597"/>
                </a:lnTo>
                <a:lnTo>
                  <a:pt x="981669" y="401178"/>
                </a:lnTo>
                <a:lnTo>
                  <a:pt x="970817" y="356249"/>
                </a:lnTo>
                <a:lnTo>
                  <a:pt x="955984" y="313019"/>
                </a:lnTo>
                <a:lnTo>
                  <a:pt x="937377" y="271695"/>
                </a:lnTo>
                <a:lnTo>
                  <a:pt x="915205" y="232484"/>
                </a:lnTo>
                <a:lnTo>
                  <a:pt x="889674" y="195594"/>
                </a:lnTo>
                <a:lnTo>
                  <a:pt x="860992" y="161233"/>
                </a:lnTo>
                <a:lnTo>
                  <a:pt x="829366" y="129607"/>
                </a:lnTo>
                <a:lnTo>
                  <a:pt x="795005" y="100925"/>
                </a:lnTo>
                <a:lnTo>
                  <a:pt x="758115" y="75394"/>
                </a:lnTo>
                <a:lnTo>
                  <a:pt x="718904" y="53222"/>
                </a:lnTo>
                <a:lnTo>
                  <a:pt x="677580" y="34615"/>
                </a:lnTo>
                <a:lnTo>
                  <a:pt x="634350" y="19782"/>
                </a:lnTo>
                <a:lnTo>
                  <a:pt x="589421" y="8930"/>
                </a:lnTo>
                <a:lnTo>
                  <a:pt x="543002" y="2267"/>
                </a:lnTo>
                <a:lnTo>
                  <a:pt x="495300" y="0"/>
                </a:lnTo>
                <a:close/>
              </a:path>
            </a:pathLst>
          </a:custGeom>
          <a:solidFill>
            <a:srgbClr val="FC611F"/>
          </a:solidFill>
        </p:spPr>
        <p:txBody>
          <a:bodyPr wrap="square" lIns="0" tIns="0" rIns="0" bIns="0" rtlCol="0"/>
          <a:lstStyle/>
          <a:p>
            <a:endParaRPr/>
          </a:p>
        </p:txBody>
      </p:sp>
      <p:sp>
        <p:nvSpPr>
          <p:cNvPr id="6" name="object 6"/>
          <p:cNvSpPr txBox="1"/>
          <p:nvPr/>
        </p:nvSpPr>
        <p:spPr>
          <a:xfrm>
            <a:off x="1091285" y="2877692"/>
            <a:ext cx="230504" cy="435609"/>
          </a:xfrm>
          <a:prstGeom prst="rect">
            <a:avLst/>
          </a:prstGeom>
        </p:spPr>
        <p:txBody>
          <a:bodyPr vert="horz" wrap="square" lIns="0" tIns="17145" rIns="0" bIns="0" rtlCol="0">
            <a:spAutoFit/>
          </a:bodyPr>
          <a:lstStyle/>
          <a:p>
            <a:pPr marL="12700">
              <a:lnSpc>
                <a:spcPct val="100000"/>
              </a:lnSpc>
              <a:spcBef>
                <a:spcPts val="135"/>
              </a:spcBef>
            </a:pPr>
            <a:r>
              <a:rPr sz="2650" spc="105" dirty="0">
                <a:solidFill>
                  <a:srgbClr val="FFFDFD"/>
                </a:solidFill>
                <a:latin typeface="Tahoma"/>
                <a:cs typeface="Tahoma"/>
              </a:rPr>
              <a:t>2</a:t>
            </a:r>
            <a:endParaRPr sz="2650">
              <a:latin typeface="Tahoma"/>
              <a:cs typeface="Tahoma"/>
            </a:endParaRPr>
          </a:p>
        </p:txBody>
      </p:sp>
      <p:sp>
        <p:nvSpPr>
          <p:cNvPr id="7" name="object 7"/>
          <p:cNvSpPr/>
          <p:nvPr/>
        </p:nvSpPr>
        <p:spPr>
          <a:xfrm>
            <a:off x="952500" y="4430267"/>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8" name="object 8"/>
          <p:cNvSpPr txBox="1"/>
          <p:nvPr/>
        </p:nvSpPr>
        <p:spPr>
          <a:xfrm>
            <a:off x="1119936" y="4539741"/>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9" name="object 9"/>
          <p:cNvSpPr/>
          <p:nvPr/>
        </p:nvSpPr>
        <p:spPr>
          <a:xfrm>
            <a:off x="952500" y="1982723"/>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8"/>
                </a:lnTo>
                <a:lnTo>
                  <a:pt x="15922" y="177624"/>
                </a:lnTo>
                <a:lnTo>
                  <a:pt x="4100" y="223770"/>
                </a:lnTo>
                <a:lnTo>
                  <a:pt x="0" y="272796"/>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2"/>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10" name="object 10"/>
          <p:cNvSpPr txBox="1"/>
          <p:nvPr/>
        </p:nvSpPr>
        <p:spPr>
          <a:xfrm>
            <a:off x="1153464" y="209321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11" name="object 11"/>
          <p:cNvSpPr/>
          <p:nvPr/>
        </p:nvSpPr>
        <p:spPr>
          <a:xfrm>
            <a:off x="952500" y="5094732"/>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7"/>
                </a:lnTo>
                <a:lnTo>
                  <a:pt x="15922" y="177624"/>
                </a:lnTo>
                <a:lnTo>
                  <a:pt x="4100" y="223770"/>
                </a:lnTo>
                <a:lnTo>
                  <a:pt x="0" y="272795"/>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1"/>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5"/>
                </a:lnTo>
                <a:lnTo>
                  <a:pt x="504916" y="223770"/>
                </a:lnTo>
                <a:lnTo>
                  <a:pt x="493096" y="177624"/>
                </a:lnTo>
                <a:lnTo>
                  <a:pt x="474274" y="135127"/>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12" name="object 12"/>
          <p:cNvSpPr txBox="1"/>
          <p:nvPr/>
        </p:nvSpPr>
        <p:spPr>
          <a:xfrm>
            <a:off x="1126032" y="5205729"/>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3" name="object 13"/>
          <p:cNvSpPr/>
          <p:nvPr/>
        </p:nvSpPr>
        <p:spPr>
          <a:xfrm>
            <a:off x="952500" y="3762755"/>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7"/>
                </a:lnTo>
                <a:lnTo>
                  <a:pt x="15922" y="177624"/>
                </a:lnTo>
                <a:lnTo>
                  <a:pt x="4100" y="223770"/>
                </a:lnTo>
                <a:lnTo>
                  <a:pt x="0" y="272796"/>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2"/>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14" name="object 14"/>
          <p:cNvSpPr txBox="1"/>
          <p:nvPr/>
        </p:nvSpPr>
        <p:spPr>
          <a:xfrm>
            <a:off x="1126032" y="3873753"/>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3</a:t>
            </a:r>
            <a:endParaRPr sz="1700">
              <a:latin typeface="Tahoma"/>
              <a:cs typeface="Tahoma"/>
            </a:endParaRPr>
          </a:p>
        </p:txBody>
      </p:sp>
      <p:sp>
        <p:nvSpPr>
          <p:cNvPr id="15" name="object 15"/>
          <p:cNvSpPr/>
          <p:nvPr/>
        </p:nvSpPr>
        <p:spPr>
          <a:xfrm>
            <a:off x="952500" y="6426708"/>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7"/>
                </a:lnTo>
                <a:lnTo>
                  <a:pt x="15922" y="177624"/>
                </a:lnTo>
                <a:lnTo>
                  <a:pt x="4100" y="223770"/>
                </a:lnTo>
                <a:lnTo>
                  <a:pt x="0" y="272795"/>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1"/>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5"/>
                </a:lnTo>
                <a:lnTo>
                  <a:pt x="504916" y="223770"/>
                </a:lnTo>
                <a:lnTo>
                  <a:pt x="493096" y="177624"/>
                </a:lnTo>
                <a:lnTo>
                  <a:pt x="474274" y="135127"/>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16" name="object 16"/>
          <p:cNvSpPr txBox="1"/>
          <p:nvPr/>
        </p:nvSpPr>
        <p:spPr>
          <a:xfrm>
            <a:off x="1129080" y="6537146"/>
            <a:ext cx="154940" cy="285750"/>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sp>
        <p:nvSpPr>
          <p:cNvPr id="17" name="object 17"/>
          <p:cNvSpPr/>
          <p:nvPr/>
        </p:nvSpPr>
        <p:spPr>
          <a:xfrm>
            <a:off x="952500" y="5762244"/>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1"/>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3"/>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1"/>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18" name="object 18"/>
          <p:cNvSpPr txBox="1"/>
          <p:nvPr/>
        </p:nvSpPr>
        <p:spPr>
          <a:xfrm>
            <a:off x="1122984" y="5871717"/>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9" name="object 19"/>
          <p:cNvSpPr/>
          <p:nvPr/>
        </p:nvSpPr>
        <p:spPr>
          <a:xfrm>
            <a:off x="952500" y="7094219"/>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8"/>
                </a:lnTo>
                <a:lnTo>
                  <a:pt x="15922" y="177624"/>
                </a:lnTo>
                <a:lnTo>
                  <a:pt x="4100" y="223770"/>
                </a:lnTo>
                <a:lnTo>
                  <a:pt x="0" y="272795"/>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1"/>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5"/>
                </a:lnTo>
                <a:lnTo>
                  <a:pt x="504916" y="223770"/>
                </a:lnTo>
                <a:lnTo>
                  <a:pt x="493096" y="177624"/>
                </a:lnTo>
                <a:lnTo>
                  <a:pt x="474274" y="135127"/>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20" name="object 20"/>
          <p:cNvSpPr txBox="1"/>
          <p:nvPr/>
        </p:nvSpPr>
        <p:spPr>
          <a:xfrm>
            <a:off x="1122984" y="7204912"/>
            <a:ext cx="161925" cy="285750"/>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sp>
        <p:nvSpPr>
          <p:cNvPr id="21" name="object 21"/>
          <p:cNvSpPr/>
          <p:nvPr/>
        </p:nvSpPr>
        <p:spPr>
          <a:xfrm>
            <a:off x="952500" y="7761731"/>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8"/>
                </a:lnTo>
                <a:lnTo>
                  <a:pt x="15922" y="177624"/>
                </a:lnTo>
                <a:lnTo>
                  <a:pt x="4100" y="223770"/>
                </a:lnTo>
                <a:lnTo>
                  <a:pt x="0" y="272796"/>
                </a:lnTo>
                <a:lnTo>
                  <a:pt x="4100" y="321821"/>
                </a:lnTo>
                <a:lnTo>
                  <a:pt x="15922" y="367967"/>
                </a:lnTo>
                <a:lnTo>
                  <a:pt x="34747" y="410464"/>
                </a:lnTo>
                <a:lnTo>
                  <a:pt x="59856" y="448538"/>
                </a:lnTo>
                <a:lnTo>
                  <a:pt x="90530" y="481420"/>
                </a:lnTo>
                <a:lnTo>
                  <a:pt x="126051" y="508338"/>
                </a:lnTo>
                <a:lnTo>
                  <a:pt x="165700" y="528520"/>
                </a:lnTo>
                <a:lnTo>
                  <a:pt x="208759" y="541195"/>
                </a:lnTo>
                <a:lnTo>
                  <a:pt x="254508" y="545592"/>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22" name="object 22"/>
          <p:cNvSpPr txBox="1"/>
          <p:nvPr/>
        </p:nvSpPr>
        <p:spPr>
          <a:xfrm>
            <a:off x="1122984" y="7872806"/>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9</a:t>
            </a:r>
            <a:endParaRPr sz="1700">
              <a:latin typeface="Tahoma"/>
              <a:cs typeface="Tahoma"/>
            </a:endParaRPr>
          </a:p>
        </p:txBody>
      </p:sp>
      <p:sp>
        <p:nvSpPr>
          <p:cNvPr id="23" name="object 23"/>
          <p:cNvSpPr txBox="1">
            <a:spLocks noGrp="1"/>
          </p:cNvSpPr>
          <p:nvPr>
            <p:ph type="title"/>
          </p:nvPr>
        </p:nvSpPr>
        <p:spPr>
          <a:prstGeom prst="rect">
            <a:avLst/>
          </a:prstGeom>
        </p:spPr>
        <p:txBody>
          <a:bodyPr vert="horz" wrap="square" lIns="0" tIns="65023" rIns="0" bIns="0" rtlCol="0">
            <a:spAutoFit/>
          </a:bodyPr>
          <a:lstStyle/>
          <a:p>
            <a:pPr marL="2063750">
              <a:lnSpc>
                <a:spcPct val="100000"/>
              </a:lnSpc>
              <a:spcBef>
                <a:spcPts val="100"/>
              </a:spcBef>
            </a:pPr>
            <a:r>
              <a:rPr dirty="0"/>
              <a:t>PROBLEM</a:t>
            </a:r>
            <a:r>
              <a:rPr spc="-5" dirty="0"/>
              <a:t> </a:t>
            </a:r>
            <a:r>
              <a:rPr spc="-80" dirty="0"/>
              <a:t>STATEMENT</a:t>
            </a:r>
          </a:p>
        </p:txBody>
      </p:sp>
      <p:sp>
        <p:nvSpPr>
          <p:cNvPr id="24" name="object 24"/>
          <p:cNvSpPr txBox="1"/>
          <p:nvPr/>
        </p:nvSpPr>
        <p:spPr>
          <a:xfrm>
            <a:off x="2315717" y="1343406"/>
            <a:ext cx="14898369" cy="8876789"/>
          </a:xfrm>
          <a:prstGeom prst="rect">
            <a:avLst/>
          </a:prstGeom>
        </p:spPr>
        <p:txBody>
          <a:bodyPr vert="horz" wrap="square" lIns="0" tIns="12700" rIns="0" bIns="0" rtlCol="0">
            <a:spAutoFit/>
          </a:bodyPr>
          <a:lstStyle/>
          <a:p>
            <a:pPr marL="571500" indent="-571500">
              <a:buFont typeface="Arial" panose="020B0604020202020204" pitchFamily="34" charset="0"/>
              <a:buChar char="•"/>
            </a:pPr>
            <a:r>
              <a:rPr lang="en-US" sz="3600" dirty="0"/>
              <a:t>Traditional job recruitment relies on manual processes and offline resume/application distribution.</a:t>
            </a:r>
          </a:p>
          <a:p>
            <a:pPr marL="571500" indent="-571500">
              <a:buFont typeface="Arial" panose="020B0604020202020204" pitchFamily="34" charset="0"/>
              <a:buChar char="•"/>
            </a:pPr>
            <a:r>
              <a:rPr lang="en-US" sz="3600" dirty="0"/>
              <a:t>Managing job listings, candidate applications, and employer records manually requires significant effort.</a:t>
            </a:r>
          </a:p>
          <a:p>
            <a:pPr marL="571500" indent="-571500">
              <a:buFont typeface="Arial" panose="020B0604020202020204" pitchFamily="34" charset="0"/>
              <a:buChar char="•"/>
            </a:pPr>
            <a:r>
              <a:rPr lang="en-US" sz="3600" dirty="0"/>
              <a:t>Manual systems lead to errors such as duplicate applications or incorrect candidate data handling.</a:t>
            </a:r>
          </a:p>
          <a:p>
            <a:pPr marL="571500" indent="-571500">
              <a:buFont typeface="Arial" panose="020B0604020202020204" pitchFamily="34" charset="0"/>
              <a:buChar char="•"/>
            </a:pPr>
            <a:r>
              <a:rPr lang="en-US" sz="3600" dirty="0"/>
              <a:t>Job seekers face difficulty discovering relevant job openings and applying quickly and conveniently.</a:t>
            </a:r>
          </a:p>
          <a:p>
            <a:pPr marL="571500" indent="-571500">
              <a:buFont typeface="Arial" panose="020B0604020202020204" pitchFamily="34" charset="0"/>
              <a:buChar char="•"/>
            </a:pPr>
            <a:r>
              <a:rPr lang="en-US" sz="3600" dirty="0"/>
              <a:t>There is no centralized platform to manage job postings, applications, and offer letter generation efficiently.</a:t>
            </a:r>
          </a:p>
          <a:p>
            <a:pPr marL="571500" indent="-571500">
              <a:buFont typeface="Arial" panose="020B0604020202020204" pitchFamily="34" charset="0"/>
              <a:buChar char="•"/>
            </a:pPr>
            <a:r>
              <a:rPr lang="en-US" sz="3600" dirty="0"/>
              <a:t>Lack of real-time updates makes it hard to track available job openings and application status.</a:t>
            </a:r>
          </a:p>
          <a:p>
            <a:pPr marL="571500" indent="-571500">
              <a:buFont typeface="Arial" panose="020B0604020202020204" pitchFamily="34" charset="0"/>
              <a:buChar char="•"/>
            </a:pPr>
            <a:r>
              <a:rPr lang="en-US" sz="3600" dirty="0"/>
              <a:t>Recruiters face challenges managing multiple job postings and candidate profiles simultaneously.</a:t>
            </a:r>
          </a:p>
          <a:p>
            <a:pPr marL="571500" indent="-571500">
              <a:buFont typeface="Arial" panose="020B0604020202020204" pitchFamily="34" charset="0"/>
              <a:buChar char="•"/>
            </a:pPr>
            <a:r>
              <a:rPr lang="en-US" sz="3600" dirty="0"/>
              <a:t>A React JS based web application is needed to automate and streamline job portal and recruitment management.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10183" y="3316223"/>
            <a:ext cx="990600" cy="990600"/>
          </a:xfrm>
          <a:custGeom>
            <a:avLst/>
            <a:gdLst/>
            <a:ahLst/>
            <a:cxnLst/>
            <a:rect l="l" t="t" r="r" b="b"/>
            <a:pathLst>
              <a:path w="990600" h="990600">
                <a:moveTo>
                  <a:pt x="495300" y="0"/>
                </a:moveTo>
                <a:lnTo>
                  <a:pt x="447599" y="2267"/>
                </a:lnTo>
                <a:lnTo>
                  <a:pt x="401181" y="8930"/>
                </a:lnTo>
                <a:lnTo>
                  <a:pt x="356254" y="19782"/>
                </a:lnTo>
                <a:lnTo>
                  <a:pt x="313025" y="34615"/>
                </a:lnTo>
                <a:lnTo>
                  <a:pt x="271701" y="53222"/>
                </a:lnTo>
                <a:lnTo>
                  <a:pt x="232490" y="75394"/>
                </a:lnTo>
                <a:lnTo>
                  <a:pt x="195600" y="100925"/>
                </a:lnTo>
                <a:lnTo>
                  <a:pt x="161238" y="129607"/>
                </a:lnTo>
                <a:lnTo>
                  <a:pt x="129612" y="161233"/>
                </a:lnTo>
                <a:lnTo>
                  <a:pt x="100929" y="195594"/>
                </a:lnTo>
                <a:lnTo>
                  <a:pt x="75397" y="232484"/>
                </a:lnTo>
                <a:lnTo>
                  <a:pt x="53224" y="271695"/>
                </a:lnTo>
                <a:lnTo>
                  <a:pt x="34617" y="313019"/>
                </a:lnTo>
                <a:lnTo>
                  <a:pt x="19783" y="356249"/>
                </a:lnTo>
                <a:lnTo>
                  <a:pt x="8931" y="401178"/>
                </a:lnTo>
                <a:lnTo>
                  <a:pt x="2267" y="447597"/>
                </a:lnTo>
                <a:lnTo>
                  <a:pt x="0" y="495300"/>
                </a:lnTo>
                <a:lnTo>
                  <a:pt x="2267" y="543002"/>
                </a:lnTo>
                <a:lnTo>
                  <a:pt x="8931" y="589421"/>
                </a:lnTo>
                <a:lnTo>
                  <a:pt x="19783" y="634350"/>
                </a:lnTo>
                <a:lnTo>
                  <a:pt x="34617" y="677580"/>
                </a:lnTo>
                <a:lnTo>
                  <a:pt x="53224" y="718904"/>
                </a:lnTo>
                <a:lnTo>
                  <a:pt x="75397" y="758115"/>
                </a:lnTo>
                <a:lnTo>
                  <a:pt x="100929" y="795005"/>
                </a:lnTo>
                <a:lnTo>
                  <a:pt x="129612" y="829366"/>
                </a:lnTo>
                <a:lnTo>
                  <a:pt x="161238" y="860992"/>
                </a:lnTo>
                <a:lnTo>
                  <a:pt x="195600" y="889674"/>
                </a:lnTo>
                <a:lnTo>
                  <a:pt x="232490" y="915205"/>
                </a:lnTo>
                <a:lnTo>
                  <a:pt x="271701" y="937377"/>
                </a:lnTo>
                <a:lnTo>
                  <a:pt x="313025" y="955984"/>
                </a:lnTo>
                <a:lnTo>
                  <a:pt x="356254" y="970817"/>
                </a:lnTo>
                <a:lnTo>
                  <a:pt x="401181" y="981669"/>
                </a:lnTo>
                <a:lnTo>
                  <a:pt x="447599" y="988332"/>
                </a:lnTo>
                <a:lnTo>
                  <a:pt x="495300" y="990600"/>
                </a:lnTo>
                <a:lnTo>
                  <a:pt x="543002" y="988332"/>
                </a:lnTo>
                <a:lnTo>
                  <a:pt x="589421" y="981669"/>
                </a:lnTo>
                <a:lnTo>
                  <a:pt x="634350" y="970817"/>
                </a:lnTo>
                <a:lnTo>
                  <a:pt x="677580" y="955984"/>
                </a:lnTo>
                <a:lnTo>
                  <a:pt x="718904" y="937377"/>
                </a:lnTo>
                <a:lnTo>
                  <a:pt x="758115" y="915205"/>
                </a:lnTo>
                <a:lnTo>
                  <a:pt x="795005" y="889674"/>
                </a:lnTo>
                <a:lnTo>
                  <a:pt x="829366" y="860992"/>
                </a:lnTo>
                <a:lnTo>
                  <a:pt x="860992" y="829366"/>
                </a:lnTo>
                <a:lnTo>
                  <a:pt x="889674" y="795005"/>
                </a:lnTo>
                <a:lnTo>
                  <a:pt x="915205" y="758115"/>
                </a:lnTo>
                <a:lnTo>
                  <a:pt x="937377" y="718904"/>
                </a:lnTo>
                <a:lnTo>
                  <a:pt x="955984" y="677580"/>
                </a:lnTo>
                <a:lnTo>
                  <a:pt x="970817" y="634350"/>
                </a:lnTo>
                <a:lnTo>
                  <a:pt x="981669" y="589421"/>
                </a:lnTo>
                <a:lnTo>
                  <a:pt x="988332" y="543002"/>
                </a:lnTo>
                <a:lnTo>
                  <a:pt x="990599" y="495300"/>
                </a:lnTo>
                <a:lnTo>
                  <a:pt x="988332" y="447597"/>
                </a:lnTo>
                <a:lnTo>
                  <a:pt x="981669" y="401178"/>
                </a:lnTo>
                <a:lnTo>
                  <a:pt x="970817" y="356249"/>
                </a:lnTo>
                <a:lnTo>
                  <a:pt x="955984" y="313019"/>
                </a:lnTo>
                <a:lnTo>
                  <a:pt x="937377" y="271695"/>
                </a:lnTo>
                <a:lnTo>
                  <a:pt x="915205" y="232484"/>
                </a:lnTo>
                <a:lnTo>
                  <a:pt x="889674" y="195594"/>
                </a:lnTo>
                <a:lnTo>
                  <a:pt x="860992" y="161233"/>
                </a:lnTo>
                <a:lnTo>
                  <a:pt x="829366" y="129607"/>
                </a:lnTo>
                <a:lnTo>
                  <a:pt x="795005" y="100925"/>
                </a:lnTo>
                <a:lnTo>
                  <a:pt x="758115" y="75394"/>
                </a:lnTo>
                <a:lnTo>
                  <a:pt x="718904" y="53222"/>
                </a:lnTo>
                <a:lnTo>
                  <a:pt x="677580" y="34615"/>
                </a:lnTo>
                <a:lnTo>
                  <a:pt x="634350" y="19782"/>
                </a:lnTo>
                <a:lnTo>
                  <a:pt x="589421" y="8930"/>
                </a:lnTo>
                <a:lnTo>
                  <a:pt x="543002" y="2267"/>
                </a:lnTo>
                <a:lnTo>
                  <a:pt x="495300" y="0"/>
                </a:lnTo>
                <a:close/>
              </a:path>
            </a:pathLst>
          </a:custGeom>
          <a:solidFill>
            <a:srgbClr val="FC611F"/>
          </a:solidFill>
        </p:spPr>
        <p:txBody>
          <a:bodyPr wrap="square" lIns="0" tIns="0" rIns="0" bIns="0" rtlCol="0"/>
          <a:lstStyle/>
          <a:p>
            <a:endParaRPr/>
          </a:p>
        </p:txBody>
      </p:sp>
      <p:sp>
        <p:nvSpPr>
          <p:cNvPr id="3" name="object 3"/>
          <p:cNvSpPr txBox="1"/>
          <p:nvPr/>
        </p:nvSpPr>
        <p:spPr>
          <a:xfrm>
            <a:off x="1088237" y="3545585"/>
            <a:ext cx="234950" cy="435609"/>
          </a:xfrm>
          <a:prstGeom prst="rect">
            <a:avLst/>
          </a:prstGeom>
        </p:spPr>
        <p:txBody>
          <a:bodyPr vert="horz" wrap="square" lIns="0" tIns="17145" rIns="0" bIns="0" rtlCol="0">
            <a:spAutoFit/>
          </a:bodyPr>
          <a:lstStyle/>
          <a:p>
            <a:pPr marL="12700">
              <a:lnSpc>
                <a:spcPct val="100000"/>
              </a:lnSpc>
              <a:spcBef>
                <a:spcPts val="135"/>
              </a:spcBef>
            </a:pPr>
            <a:r>
              <a:rPr sz="2650" spc="135" dirty="0">
                <a:solidFill>
                  <a:srgbClr val="FFFDFD"/>
                </a:solidFill>
                <a:latin typeface="Tahoma"/>
                <a:cs typeface="Tahoma"/>
              </a:rPr>
              <a:t>3</a:t>
            </a:r>
            <a:endParaRPr sz="2650">
              <a:latin typeface="Tahoma"/>
              <a:cs typeface="Tahoma"/>
            </a:endParaRPr>
          </a:p>
        </p:txBody>
      </p:sp>
      <p:sp>
        <p:nvSpPr>
          <p:cNvPr id="4" name="object 4"/>
          <p:cNvSpPr/>
          <p:nvPr/>
        </p:nvSpPr>
        <p:spPr>
          <a:xfrm>
            <a:off x="952500" y="4430267"/>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19936" y="4539741"/>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6" name="object 6"/>
          <p:cNvSpPr/>
          <p:nvPr/>
        </p:nvSpPr>
        <p:spPr>
          <a:xfrm>
            <a:off x="952500" y="1982723"/>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8"/>
                </a:lnTo>
                <a:lnTo>
                  <a:pt x="15922" y="177624"/>
                </a:lnTo>
                <a:lnTo>
                  <a:pt x="4100" y="223770"/>
                </a:lnTo>
                <a:lnTo>
                  <a:pt x="0" y="272796"/>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2"/>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7" name="object 7"/>
          <p:cNvSpPr txBox="1"/>
          <p:nvPr/>
        </p:nvSpPr>
        <p:spPr>
          <a:xfrm>
            <a:off x="1153464" y="209321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8" name="object 8"/>
          <p:cNvSpPr/>
          <p:nvPr/>
        </p:nvSpPr>
        <p:spPr>
          <a:xfrm>
            <a:off x="952500" y="5094732"/>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7"/>
                </a:lnTo>
                <a:lnTo>
                  <a:pt x="15922" y="177624"/>
                </a:lnTo>
                <a:lnTo>
                  <a:pt x="4100" y="223770"/>
                </a:lnTo>
                <a:lnTo>
                  <a:pt x="0" y="272795"/>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1"/>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5"/>
                </a:lnTo>
                <a:lnTo>
                  <a:pt x="504916" y="223770"/>
                </a:lnTo>
                <a:lnTo>
                  <a:pt x="493096" y="177624"/>
                </a:lnTo>
                <a:lnTo>
                  <a:pt x="474274" y="135127"/>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26032" y="5205729"/>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0" name="object 10"/>
          <p:cNvSpPr/>
          <p:nvPr/>
        </p:nvSpPr>
        <p:spPr>
          <a:xfrm>
            <a:off x="952500" y="2650235"/>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11" name="object 11"/>
          <p:cNvSpPr txBox="1"/>
          <p:nvPr/>
        </p:nvSpPr>
        <p:spPr>
          <a:xfrm>
            <a:off x="1126032" y="2759201"/>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2" name="object 12"/>
          <p:cNvSpPr/>
          <p:nvPr/>
        </p:nvSpPr>
        <p:spPr>
          <a:xfrm>
            <a:off x="952500" y="6426708"/>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7"/>
                </a:lnTo>
                <a:lnTo>
                  <a:pt x="15922" y="177624"/>
                </a:lnTo>
                <a:lnTo>
                  <a:pt x="4100" y="223770"/>
                </a:lnTo>
                <a:lnTo>
                  <a:pt x="0" y="272795"/>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1"/>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5"/>
                </a:lnTo>
                <a:lnTo>
                  <a:pt x="504916" y="223770"/>
                </a:lnTo>
                <a:lnTo>
                  <a:pt x="493096" y="177624"/>
                </a:lnTo>
                <a:lnTo>
                  <a:pt x="474274" y="135127"/>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1129080" y="6537146"/>
            <a:ext cx="154940" cy="285750"/>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sp>
        <p:nvSpPr>
          <p:cNvPr id="14" name="object 14"/>
          <p:cNvSpPr/>
          <p:nvPr/>
        </p:nvSpPr>
        <p:spPr>
          <a:xfrm>
            <a:off x="952500" y="5762244"/>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1"/>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3"/>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1"/>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15" name="object 15"/>
          <p:cNvSpPr txBox="1"/>
          <p:nvPr/>
        </p:nvSpPr>
        <p:spPr>
          <a:xfrm>
            <a:off x="1122984" y="5871717"/>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6" name="object 16"/>
          <p:cNvSpPr/>
          <p:nvPr/>
        </p:nvSpPr>
        <p:spPr>
          <a:xfrm>
            <a:off x="952500" y="7094219"/>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8"/>
                </a:lnTo>
                <a:lnTo>
                  <a:pt x="15922" y="177624"/>
                </a:lnTo>
                <a:lnTo>
                  <a:pt x="4100" y="223770"/>
                </a:lnTo>
                <a:lnTo>
                  <a:pt x="0" y="272795"/>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1"/>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5"/>
                </a:lnTo>
                <a:lnTo>
                  <a:pt x="504916" y="223770"/>
                </a:lnTo>
                <a:lnTo>
                  <a:pt x="493096" y="177624"/>
                </a:lnTo>
                <a:lnTo>
                  <a:pt x="474274" y="135127"/>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17" name="object 17"/>
          <p:cNvSpPr txBox="1"/>
          <p:nvPr/>
        </p:nvSpPr>
        <p:spPr>
          <a:xfrm>
            <a:off x="1122984" y="7204912"/>
            <a:ext cx="161925" cy="285750"/>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sp>
        <p:nvSpPr>
          <p:cNvPr id="18" name="object 18"/>
          <p:cNvSpPr/>
          <p:nvPr/>
        </p:nvSpPr>
        <p:spPr>
          <a:xfrm>
            <a:off x="952500" y="7761731"/>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8"/>
                </a:lnTo>
                <a:lnTo>
                  <a:pt x="15922" y="177624"/>
                </a:lnTo>
                <a:lnTo>
                  <a:pt x="4100" y="223770"/>
                </a:lnTo>
                <a:lnTo>
                  <a:pt x="0" y="272796"/>
                </a:lnTo>
                <a:lnTo>
                  <a:pt x="4100" y="321821"/>
                </a:lnTo>
                <a:lnTo>
                  <a:pt x="15922" y="367967"/>
                </a:lnTo>
                <a:lnTo>
                  <a:pt x="34747" y="410464"/>
                </a:lnTo>
                <a:lnTo>
                  <a:pt x="59856" y="448538"/>
                </a:lnTo>
                <a:lnTo>
                  <a:pt x="90530" y="481420"/>
                </a:lnTo>
                <a:lnTo>
                  <a:pt x="126051" y="508338"/>
                </a:lnTo>
                <a:lnTo>
                  <a:pt x="165700" y="528520"/>
                </a:lnTo>
                <a:lnTo>
                  <a:pt x="208759" y="541195"/>
                </a:lnTo>
                <a:lnTo>
                  <a:pt x="254508" y="545592"/>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19" name="object 19"/>
          <p:cNvSpPr txBox="1"/>
          <p:nvPr/>
        </p:nvSpPr>
        <p:spPr>
          <a:xfrm>
            <a:off x="1122984" y="7872806"/>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9</a:t>
            </a:r>
            <a:endParaRPr sz="1700">
              <a:latin typeface="Tahoma"/>
              <a:cs typeface="Tahoma"/>
            </a:endParaRPr>
          </a:p>
        </p:txBody>
      </p:sp>
      <p:sp>
        <p:nvSpPr>
          <p:cNvPr id="20" name="object 20"/>
          <p:cNvSpPr txBox="1">
            <a:spLocks noGrp="1"/>
          </p:cNvSpPr>
          <p:nvPr>
            <p:ph type="title"/>
          </p:nvPr>
        </p:nvSpPr>
        <p:spPr>
          <a:prstGeom prst="rect">
            <a:avLst/>
          </a:prstGeom>
        </p:spPr>
        <p:txBody>
          <a:bodyPr vert="horz" wrap="square" lIns="0" tIns="65023" rIns="0" bIns="0" rtlCol="0">
            <a:spAutoFit/>
          </a:bodyPr>
          <a:lstStyle/>
          <a:p>
            <a:pPr marL="3414395">
              <a:lnSpc>
                <a:spcPct val="100000"/>
              </a:lnSpc>
              <a:spcBef>
                <a:spcPts val="100"/>
              </a:spcBef>
            </a:pPr>
            <a:r>
              <a:rPr spc="-10" dirty="0"/>
              <a:t>OBJECTIVE(S)</a:t>
            </a:r>
          </a:p>
        </p:txBody>
      </p:sp>
      <p:grpSp>
        <p:nvGrpSpPr>
          <p:cNvPr id="21" name="object 21"/>
          <p:cNvGrpSpPr/>
          <p:nvPr/>
        </p:nvGrpSpPr>
        <p:grpSpPr>
          <a:xfrm>
            <a:off x="16312895" y="911352"/>
            <a:ext cx="948055" cy="234950"/>
            <a:chOff x="16312895" y="911352"/>
            <a:chExt cx="948055" cy="234950"/>
          </a:xfrm>
        </p:grpSpPr>
        <p:pic>
          <p:nvPicPr>
            <p:cNvPr id="22" name="object 22"/>
            <p:cNvPicPr/>
            <p:nvPr/>
          </p:nvPicPr>
          <p:blipFill>
            <a:blip r:embed="rId2" cstate="print"/>
            <a:stretch>
              <a:fillRect/>
            </a:stretch>
          </p:blipFill>
          <p:spPr>
            <a:xfrm>
              <a:off x="16334231" y="932688"/>
              <a:ext cx="487425" cy="48768"/>
            </a:xfrm>
            <a:prstGeom prst="rect">
              <a:avLst/>
            </a:prstGeom>
          </p:spPr>
        </p:pic>
        <p:sp>
          <p:nvSpPr>
            <p:cNvPr id="23" name="object 23"/>
            <p:cNvSpPr/>
            <p:nvPr/>
          </p:nvSpPr>
          <p:spPr>
            <a:xfrm>
              <a:off x="16314419" y="912876"/>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24" name="object 24"/>
          <p:cNvSpPr txBox="1"/>
          <p:nvPr/>
        </p:nvSpPr>
        <p:spPr>
          <a:xfrm>
            <a:off x="2228341" y="1219516"/>
            <a:ext cx="14105890" cy="8966557"/>
          </a:xfrm>
          <a:prstGeom prst="rect">
            <a:avLst/>
          </a:prstGeom>
        </p:spPr>
        <p:txBody>
          <a:bodyPr vert="horz" wrap="square" lIns="0" tIns="12700" rIns="0" bIns="0" rtlCol="0">
            <a:spAutoFit/>
          </a:bodyPr>
          <a:lstStyle/>
          <a:p>
            <a:pPr marL="299085" marR="8255" indent="-287020">
              <a:lnSpc>
                <a:spcPct val="100000"/>
              </a:lnSpc>
              <a:spcBef>
                <a:spcPts val="100"/>
              </a:spcBef>
              <a:buFont typeface="Arial MT"/>
              <a:buChar char="•"/>
              <a:tabLst>
                <a:tab pos="299085" algn="l"/>
              </a:tabLst>
            </a:pPr>
            <a:r>
              <a:rPr lang="en-US" sz="3600" dirty="0">
                <a:latin typeface="Times New Roman"/>
                <a:cs typeface="Times New Roman"/>
              </a:rPr>
              <a:t>To design and develop an Advanced Job Portal Management System using React JS.</a:t>
            </a:r>
          </a:p>
          <a:p>
            <a:pPr marL="299085" marR="8255" indent="-287020">
              <a:lnSpc>
                <a:spcPct val="100000"/>
              </a:lnSpc>
              <a:spcBef>
                <a:spcPts val="100"/>
              </a:spcBef>
              <a:buFont typeface="Arial MT"/>
              <a:buChar char="•"/>
              <a:tabLst>
                <a:tab pos="299085" algn="l"/>
              </a:tabLst>
            </a:pPr>
            <a:r>
              <a:rPr lang="en-US" sz="3600" dirty="0">
                <a:latin typeface="Times New Roman"/>
                <a:cs typeface="Times New Roman"/>
              </a:rPr>
              <a:t>To provide a secure user login and admin portal for accessing the recruitment platform.</a:t>
            </a:r>
          </a:p>
          <a:p>
            <a:pPr marL="299085" marR="8255" indent="-287020">
              <a:lnSpc>
                <a:spcPct val="100000"/>
              </a:lnSpc>
              <a:spcBef>
                <a:spcPts val="100"/>
              </a:spcBef>
              <a:buFont typeface="Arial MT"/>
              <a:buChar char="•"/>
              <a:tabLst>
                <a:tab pos="299085" algn="l"/>
              </a:tabLst>
            </a:pPr>
            <a:r>
              <a:rPr lang="en-US" sz="3600" dirty="0">
                <a:latin typeface="Times New Roman"/>
                <a:cs typeface="Times New Roman"/>
              </a:rPr>
              <a:t>To allow users to explore available job listings with complete details such as role, company, location, and salary.</a:t>
            </a:r>
          </a:p>
          <a:p>
            <a:pPr marL="299085" marR="8255" indent="-287020">
              <a:lnSpc>
                <a:spcPct val="100000"/>
              </a:lnSpc>
              <a:spcBef>
                <a:spcPts val="100"/>
              </a:spcBef>
              <a:buFont typeface="Arial MT"/>
              <a:buChar char="•"/>
              <a:tabLst>
                <a:tab pos="299085" algn="l"/>
              </a:tabLst>
            </a:pPr>
            <a:r>
              <a:rPr lang="en-US" sz="3600" dirty="0">
                <a:latin typeface="Times New Roman"/>
                <a:cs typeface="Times New Roman"/>
              </a:rPr>
              <a:t>To implement an online job application module with automatic application summary and status tracking.</a:t>
            </a:r>
          </a:p>
          <a:p>
            <a:pPr marL="299085" marR="8255" indent="-287020">
              <a:lnSpc>
                <a:spcPct val="100000"/>
              </a:lnSpc>
              <a:spcBef>
                <a:spcPts val="100"/>
              </a:spcBef>
              <a:buFont typeface="Arial MT"/>
              <a:buChar char="•"/>
              <a:tabLst>
                <a:tab pos="299085" algn="l"/>
              </a:tabLst>
            </a:pPr>
            <a:r>
              <a:rPr lang="en-US" sz="3600" dirty="0">
                <a:latin typeface="Times New Roman"/>
                <a:cs typeface="Times New Roman"/>
              </a:rPr>
              <a:t>To generate and display a digital application confirmation with a unique Application ID after successful submission.</a:t>
            </a:r>
          </a:p>
          <a:p>
            <a:pPr marL="299085" marR="8255" indent="-287020">
              <a:lnSpc>
                <a:spcPct val="100000"/>
              </a:lnSpc>
              <a:spcBef>
                <a:spcPts val="100"/>
              </a:spcBef>
              <a:buFont typeface="Arial MT"/>
              <a:buChar char="•"/>
              <a:tabLst>
                <a:tab pos="299085" algn="l"/>
              </a:tabLst>
            </a:pPr>
            <a:r>
              <a:rPr lang="en-US" sz="3600" dirty="0">
                <a:latin typeface="Times New Roman"/>
                <a:cs typeface="Times New Roman"/>
              </a:rPr>
              <a:t>To provide an admin dashboard to manage job postings, view applications, and monitor recruitment statistics.</a:t>
            </a:r>
          </a:p>
          <a:p>
            <a:pPr marL="299085" marR="8255" indent="-287020">
              <a:lnSpc>
                <a:spcPct val="100000"/>
              </a:lnSpc>
              <a:spcBef>
                <a:spcPts val="100"/>
              </a:spcBef>
              <a:buFont typeface="Arial MT"/>
              <a:buChar char="•"/>
              <a:tabLst>
                <a:tab pos="299085" algn="l"/>
              </a:tabLst>
            </a:pPr>
            <a:r>
              <a:rPr lang="en-US" sz="3600" dirty="0">
                <a:latin typeface="Times New Roman"/>
                <a:cs typeface="Times New Roman"/>
              </a:rPr>
              <a:t>To implement form validation for all fields including email format and duplicate application prevention.</a:t>
            </a:r>
          </a:p>
          <a:p>
            <a:pPr marL="299085" marR="8255" indent="-287020">
              <a:lnSpc>
                <a:spcPct val="100000"/>
              </a:lnSpc>
              <a:spcBef>
                <a:spcPts val="100"/>
              </a:spcBef>
              <a:buFont typeface="Arial MT"/>
              <a:buChar char="•"/>
              <a:tabLst>
                <a:tab pos="299085" algn="l"/>
              </a:tabLst>
            </a:pPr>
            <a:r>
              <a:rPr lang="en-US" sz="3600" dirty="0">
                <a:latin typeface="Times New Roman"/>
                <a:cs typeface="Times New Roman"/>
              </a:rPr>
              <a:t>To reduce manual recruitment effort and deliver a fast, modern, dark-themed UI with React JS.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10183" y="3983735"/>
            <a:ext cx="990600" cy="990600"/>
          </a:xfrm>
          <a:custGeom>
            <a:avLst/>
            <a:gdLst/>
            <a:ahLst/>
            <a:cxnLst/>
            <a:rect l="l" t="t" r="r" b="b"/>
            <a:pathLst>
              <a:path w="990600" h="990600">
                <a:moveTo>
                  <a:pt x="495300" y="0"/>
                </a:moveTo>
                <a:lnTo>
                  <a:pt x="447599" y="2267"/>
                </a:lnTo>
                <a:lnTo>
                  <a:pt x="401181" y="8930"/>
                </a:lnTo>
                <a:lnTo>
                  <a:pt x="356254" y="19782"/>
                </a:lnTo>
                <a:lnTo>
                  <a:pt x="313025" y="34615"/>
                </a:lnTo>
                <a:lnTo>
                  <a:pt x="271701" y="53222"/>
                </a:lnTo>
                <a:lnTo>
                  <a:pt x="232490" y="75394"/>
                </a:lnTo>
                <a:lnTo>
                  <a:pt x="195600" y="100925"/>
                </a:lnTo>
                <a:lnTo>
                  <a:pt x="161238" y="129607"/>
                </a:lnTo>
                <a:lnTo>
                  <a:pt x="129612" y="161233"/>
                </a:lnTo>
                <a:lnTo>
                  <a:pt x="100929" y="195594"/>
                </a:lnTo>
                <a:lnTo>
                  <a:pt x="75397" y="232484"/>
                </a:lnTo>
                <a:lnTo>
                  <a:pt x="53224" y="271695"/>
                </a:lnTo>
                <a:lnTo>
                  <a:pt x="34617" y="313019"/>
                </a:lnTo>
                <a:lnTo>
                  <a:pt x="19783" y="356249"/>
                </a:lnTo>
                <a:lnTo>
                  <a:pt x="8931" y="401178"/>
                </a:lnTo>
                <a:lnTo>
                  <a:pt x="2267" y="447597"/>
                </a:lnTo>
                <a:lnTo>
                  <a:pt x="0" y="495300"/>
                </a:lnTo>
                <a:lnTo>
                  <a:pt x="2267" y="543002"/>
                </a:lnTo>
                <a:lnTo>
                  <a:pt x="8931" y="589421"/>
                </a:lnTo>
                <a:lnTo>
                  <a:pt x="19783" y="634350"/>
                </a:lnTo>
                <a:lnTo>
                  <a:pt x="34617" y="677580"/>
                </a:lnTo>
                <a:lnTo>
                  <a:pt x="53224" y="718904"/>
                </a:lnTo>
                <a:lnTo>
                  <a:pt x="75397" y="758115"/>
                </a:lnTo>
                <a:lnTo>
                  <a:pt x="100929" y="795005"/>
                </a:lnTo>
                <a:lnTo>
                  <a:pt x="129612" y="829366"/>
                </a:lnTo>
                <a:lnTo>
                  <a:pt x="161238" y="860992"/>
                </a:lnTo>
                <a:lnTo>
                  <a:pt x="195600" y="889674"/>
                </a:lnTo>
                <a:lnTo>
                  <a:pt x="232490" y="915205"/>
                </a:lnTo>
                <a:lnTo>
                  <a:pt x="271701" y="937377"/>
                </a:lnTo>
                <a:lnTo>
                  <a:pt x="313025" y="955984"/>
                </a:lnTo>
                <a:lnTo>
                  <a:pt x="356254" y="970817"/>
                </a:lnTo>
                <a:lnTo>
                  <a:pt x="401181" y="981669"/>
                </a:lnTo>
                <a:lnTo>
                  <a:pt x="447599" y="988332"/>
                </a:lnTo>
                <a:lnTo>
                  <a:pt x="495300" y="990600"/>
                </a:lnTo>
                <a:lnTo>
                  <a:pt x="543002" y="988332"/>
                </a:lnTo>
                <a:lnTo>
                  <a:pt x="589421" y="981669"/>
                </a:lnTo>
                <a:lnTo>
                  <a:pt x="634350" y="970817"/>
                </a:lnTo>
                <a:lnTo>
                  <a:pt x="677580" y="955984"/>
                </a:lnTo>
                <a:lnTo>
                  <a:pt x="718904" y="937377"/>
                </a:lnTo>
                <a:lnTo>
                  <a:pt x="758115" y="915205"/>
                </a:lnTo>
                <a:lnTo>
                  <a:pt x="795005" y="889674"/>
                </a:lnTo>
                <a:lnTo>
                  <a:pt x="829366" y="860992"/>
                </a:lnTo>
                <a:lnTo>
                  <a:pt x="860992" y="829366"/>
                </a:lnTo>
                <a:lnTo>
                  <a:pt x="889674" y="795005"/>
                </a:lnTo>
                <a:lnTo>
                  <a:pt x="915205" y="758115"/>
                </a:lnTo>
                <a:lnTo>
                  <a:pt x="937377" y="718904"/>
                </a:lnTo>
                <a:lnTo>
                  <a:pt x="955984" y="677580"/>
                </a:lnTo>
                <a:lnTo>
                  <a:pt x="970817" y="634350"/>
                </a:lnTo>
                <a:lnTo>
                  <a:pt x="981669" y="589421"/>
                </a:lnTo>
                <a:lnTo>
                  <a:pt x="988332" y="543002"/>
                </a:lnTo>
                <a:lnTo>
                  <a:pt x="990599" y="495300"/>
                </a:lnTo>
                <a:lnTo>
                  <a:pt x="988332" y="447597"/>
                </a:lnTo>
                <a:lnTo>
                  <a:pt x="981669" y="401178"/>
                </a:lnTo>
                <a:lnTo>
                  <a:pt x="970817" y="356249"/>
                </a:lnTo>
                <a:lnTo>
                  <a:pt x="955984" y="313019"/>
                </a:lnTo>
                <a:lnTo>
                  <a:pt x="937377" y="271695"/>
                </a:lnTo>
                <a:lnTo>
                  <a:pt x="915205" y="232484"/>
                </a:lnTo>
                <a:lnTo>
                  <a:pt x="889674" y="195594"/>
                </a:lnTo>
                <a:lnTo>
                  <a:pt x="860992" y="161233"/>
                </a:lnTo>
                <a:lnTo>
                  <a:pt x="829366" y="129607"/>
                </a:lnTo>
                <a:lnTo>
                  <a:pt x="795005" y="100925"/>
                </a:lnTo>
                <a:lnTo>
                  <a:pt x="758115" y="75394"/>
                </a:lnTo>
                <a:lnTo>
                  <a:pt x="718904" y="53222"/>
                </a:lnTo>
                <a:lnTo>
                  <a:pt x="677580" y="34615"/>
                </a:lnTo>
                <a:lnTo>
                  <a:pt x="634350" y="19782"/>
                </a:lnTo>
                <a:lnTo>
                  <a:pt x="589421" y="8930"/>
                </a:lnTo>
                <a:lnTo>
                  <a:pt x="543002" y="2267"/>
                </a:lnTo>
                <a:lnTo>
                  <a:pt x="495300" y="0"/>
                </a:lnTo>
                <a:close/>
              </a:path>
            </a:pathLst>
          </a:custGeom>
          <a:solidFill>
            <a:srgbClr val="FC611F"/>
          </a:solidFill>
        </p:spPr>
        <p:txBody>
          <a:bodyPr wrap="square" lIns="0" tIns="0" rIns="0" bIns="0" rtlCol="0"/>
          <a:lstStyle/>
          <a:p>
            <a:endParaRPr/>
          </a:p>
        </p:txBody>
      </p:sp>
      <p:sp>
        <p:nvSpPr>
          <p:cNvPr id="3" name="object 3"/>
          <p:cNvSpPr txBox="1"/>
          <p:nvPr/>
        </p:nvSpPr>
        <p:spPr>
          <a:xfrm>
            <a:off x="1079093" y="4213352"/>
            <a:ext cx="254635" cy="435609"/>
          </a:xfrm>
          <a:prstGeom prst="rect">
            <a:avLst/>
          </a:prstGeom>
        </p:spPr>
        <p:txBody>
          <a:bodyPr vert="horz" wrap="square" lIns="0" tIns="17145" rIns="0" bIns="0" rtlCol="0">
            <a:spAutoFit/>
          </a:bodyPr>
          <a:lstStyle/>
          <a:p>
            <a:pPr marL="12700">
              <a:lnSpc>
                <a:spcPct val="100000"/>
              </a:lnSpc>
              <a:spcBef>
                <a:spcPts val="135"/>
              </a:spcBef>
            </a:pPr>
            <a:r>
              <a:rPr sz="2650" spc="295" dirty="0">
                <a:solidFill>
                  <a:srgbClr val="FFFDFD"/>
                </a:solidFill>
                <a:latin typeface="Tahoma"/>
                <a:cs typeface="Tahoma"/>
              </a:rPr>
              <a:t>4</a:t>
            </a:r>
            <a:endParaRPr sz="2650">
              <a:latin typeface="Tahoma"/>
              <a:cs typeface="Tahoma"/>
            </a:endParaRPr>
          </a:p>
        </p:txBody>
      </p:sp>
      <p:sp>
        <p:nvSpPr>
          <p:cNvPr id="4" name="object 4"/>
          <p:cNvSpPr/>
          <p:nvPr/>
        </p:nvSpPr>
        <p:spPr>
          <a:xfrm>
            <a:off x="952500" y="3317747"/>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3"/>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26032" y="3426967"/>
            <a:ext cx="158115" cy="285115"/>
          </a:xfrm>
          <a:prstGeom prst="rect">
            <a:avLst/>
          </a:prstGeom>
        </p:spPr>
        <p:txBody>
          <a:bodyPr vert="horz" wrap="square" lIns="0" tIns="12700" rIns="0" bIns="0" rtlCol="0">
            <a:spAutoFit/>
          </a:bodyPr>
          <a:lstStyle/>
          <a:p>
            <a:pPr marL="12700">
              <a:lnSpc>
                <a:spcPct val="100000"/>
              </a:lnSpc>
              <a:spcBef>
                <a:spcPts val="100"/>
              </a:spcBef>
            </a:pPr>
            <a:r>
              <a:rPr sz="1700" spc="60" dirty="0">
                <a:solidFill>
                  <a:srgbClr val="181818"/>
                </a:solidFill>
                <a:latin typeface="Tahoma"/>
                <a:cs typeface="Tahoma"/>
              </a:rPr>
              <a:t>3</a:t>
            </a:r>
            <a:endParaRPr sz="1700">
              <a:latin typeface="Tahoma"/>
              <a:cs typeface="Tahoma"/>
            </a:endParaRPr>
          </a:p>
        </p:txBody>
      </p:sp>
      <p:sp>
        <p:nvSpPr>
          <p:cNvPr id="6" name="object 6"/>
          <p:cNvSpPr/>
          <p:nvPr/>
        </p:nvSpPr>
        <p:spPr>
          <a:xfrm>
            <a:off x="952500" y="1982723"/>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8"/>
                </a:lnTo>
                <a:lnTo>
                  <a:pt x="15922" y="177624"/>
                </a:lnTo>
                <a:lnTo>
                  <a:pt x="4100" y="223770"/>
                </a:lnTo>
                <a:lnTo>
                  <a:pt x="0" y="272796"/>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2"/>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7" name="object 7"/>
          <p:cNvSpPr txBox="1"/>
          <p:nvPr/>
        </p:nvSpPr>
        <p:spPr>
          <a:xfrm>
            <a:off x="1153464" y="209321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8" name="object 8"/>
          <p:cNvSpPr/>
          <p:nvPr/>
        </p:nvSpPr>
        <p:spPr>
          <a:xfrm>
            <a:off x="952500" y="5094732"/>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7"/>
                </a:lnTo>
                <a:lnTo>
                  <a:pt x="15922" y="177624"/>
                </a:lnTo>
                <a:lnTo>
                  <a:pt x="4100" y="223770"/>
                </a:lnTo>
                <a:lnTo>
                  <a:pt x="0" y="272795"/>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1"/>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5"/>
                </a:lnTo>
                <a:lnTo>
                  <a:pt x="504916" y="223770"/>
                </a:lnTo>
                <a:lnTo>
                  <a:pt x="493096" y="177624"/>
                </a:lnTo>
                <a:lnTo>
                  <a:pt x="474274" y="135127"/>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26032" y="5205729"/>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0" name="object 10"/>
          <p:cNvSpPr/>
          <p:nvPr/>
        </p:nvSpPr>
        <p:spPr>
          <a:xfrm>
            <a:off x="952500" y="2650235"/>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11" name="object 11"/>
          <p:cNvSpPr txBox="1"/>
          <p:nvPr/>
        </p:nvSpPr>
        <p:spPr>
          <a:xfrm>
            <a:off x="1126032" y="2759201"/>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2" name="object 12"/>
          <p:cNvSpPr/>
          <p:nvPr/>
        </p:nvSpPr>
        <p:spPr>
          <a:xfrm>
            <a:off x="952500" y="6426708"/>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7"/>
                </a:lnTo>
                <a:lnTo>
                  <a:pt x="15922" y="177624"/>
                </a:lnTo>
                <a:lnTo>
                  <a:pt x="4100" y="223770"/>
                </a:lnTo>
                <a:lnTo>
                  <a:pt x="0" y="272795"/>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1"/>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5"/>
                </a:lnTo>
                <a:lnTo>
                  <a:pt x="504916" y="223770"/>
                </a:lnTo>
                <a:lnTo>
                  <a:pt x="493096" y="177624"/>
                </a:lnTo>
                <a:lnTo>
                  <a:pt x="474274" y="135127"/>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1129080" y="6537146"/>
            <a:ext cx="154940" cy="285750"/>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sp>
        <p:nvSpPr>
          <p:cNvPr id="14" name="object 14"/>
          <p:cNvSpPr/>
          <p:nvPr/>
        </p:nvSpPr>
        <p:spPr>
          <a:xfrm>
            <a:off x="952500" y="5762244"/>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1"/>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3"/>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1"/>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15" name="object 15"/>
          <p:cNvSpPr txBox="1"/>
          <p:nvPr/>
        </p:nvSpPr>
        <p:spPr>
          <a:xfrm>
            <a:off x="1122984" y="5871717"/>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6" name="object 16"/>
          <p:cNvSpPr/>
          <p:nvPr/>
        </p:nvSpPr>
        <p:spPr>
          <a:xfrm>
            <a:off x="952500" y="7094219"/>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8"/>
                </a:lnTo>
                <a:lnTo>
                  <a:pt x="15922" y="177624"/>
                </a:lnTo>
                <a:lnTo>
                  <a:pt x="4100" y="223770"/>
                </a:lnTo>
                <a:lnTo>
                  <a:pt x="0" y="272795"/>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1"/>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5"/>
                </a:lnTo>
                <a:lnTo>
                  <a:pt x="504916" y="223770"/>
                </a:lnTo>
                <a:lnTo>
                  <a:pt x="493096" y="177624"/>
                </a:lnTo>
                <a:lnTo>
                  <a:pt x="474274" y="135127"/>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17" name="object 17"/>
          <p:cNvSpPr txBox="1"/>
          <p:nvPr/>
        </p:nvSpPr>
        <p:spPr>
          <a:xfrm>
            <a:off x="1122984" y="7204912"/>
            <a:ext cx="161925" cy="285750"/>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sp>
        <p:nvSpPr>
          <p:cNvPr id="18" name="object 18"/>
          <p:cNvSpPr/>
          <p:nvPr/>
        </p:nvSpPr>
        <p:spPr>
          <a:xfrm>
            <a:off x="952500" y="7761731"/>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8"/>
                </a:lnTo>
                <a:lnTo>
                  <a:pt x="15922" y="177624"/>
                </a:lnTo>
                <a:lnTo>
                  <a:pt x="4100" y="223770"/>
                </a:lnTo>
                <a:lnTo>
                  <a:pt x="0" y="272796"/>
                </a:lnTo>
                <a:lnTo>
                  <a:pt x="4100" y="321821"/>
                </a:lnTo>
                <a:lnTo>
                  <a:pt x="15922" y="367967"/>
                </a:lnTo>
                <a:lnTo>
                  <a:pt x="34747" y="410464"/>
                </a:lnTo>
                <a:lnTo>
                  <a:pt x="59856" y="448538"/>
                </a:lnTo>
                <a:lnTo>
                  <a:pt x="90530" y="481420"/>
                </a:lnTo>
                <a:lnTo>
                  <a:pt x="126051" y="508338"/>
                </a:lnTo>
                <a:lnTo>
                  <a:pt x="165700" y="528520"/>
                </a:lnTo>
                <a:lnTo>
                  <a:pt x="208759" y="541195"/>
                </a:lnTo>
                <a:lnTo>
                  <a:pt x="254508" y="545592"/>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19" name="object 19"/>
          <p:cNvSpPr txBox="1"/>
          <p:nvPr/>
        </p:nvSpPr>
        <p:spPr>
          <a:xfrm>
            <a:off x="1122984" y="7872806"/>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9</a:t>
            </a:r>
            <a:endParaRPr sz="1700">
              <a:latin typeface="Tahoma"/>
              <a:cs typeface="Tahoma"/>
            </a:endParaRPr>
          </a:p>
        </p:txBody>
      </p:sp>
      <p:grpSp>
        <p:nvGrpSpPr>
          <p:cNvPr id="20" name="object 20"/>
          <p:cNvGrpSpPr/>
          <p:nvPr/>
        </p:nvGrpSpPr>
        <p:grpSpPr>
          <a:xfrm>
            <a:off x="16312895" y="911352"/>
            <a:ext cx="948055" cy="234950"/>
            <a:chOff x="16312895" y="911352"/>
            <a:chExt cx="948055" cy="234950"/>
          </a:xfrm>
        </p:grpSpPr>
        <p:pic>
          <p:nvPicPr>
            <p:cNvPr id="21" name="object 21"/>
            <p:cNvPicPr/>
            <p:nvPr/>
          </p:nvPicPr>
          <p:blipFill>
            <a:blip r:embed="rId2" cstate="print"/>
            <a:stretch>
              <a:fillRect/>
            </a:stretch>
          </p:blipFill>
          <p:spPr>
            <a:xfrm>
              <a:off x="16334231" y="932688"/>
              <a:ext cx="487425" cy="48768"/>
            </a:xfrm>
            <a:prstGeom prst="rect">
              <a:avLst/>
            </a:prstGeom>
          </p:spPr>
        </p:pic>
        <p:sp>
          <p:nvSpPr>
            <p:cNvPr id="22" name="object 22"/>
            <p:cNvSpPr/>
            <p:nvPr/>
          </p:nvSpPr>
          <p:spPr>
            <a:xfrm>
              <a:off x="16314419" y="912876"/>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23" name="object 23"/>
          <p:cNvSpPr txBox="1">
            <a:spLocks noGrp="1"/>
          </p:cNvSpPr>
          <p:nvPr>
            <p:ph type="title"/>
          </p:nvPr>
        </p:nvSpPr>
        <p:spPr>
          <a:prstGeom prst="rect">
            <a:avLst/>
          </a:prstGeom>
        </p:spPr>
        <p:txBody>
          <a:bodyPr vert="horz" wrap="square" lIns="0" tIns="65023" rIns="0" bIns="0" rtlCol="0">
            <a:spAutoFit/>
          </a:bodyPr>
          <a:lstStyle/>
          <a:p>
            <a:pPr marL="2557780">
              <a:lnSpc>
                <a:spcPct val="100000"/>
              </a:lnSpc>
              <a:spcBef>
                <a:spcPts val="100"/>
              </a:spcBef>
            </a:pPr>
            <a:r>
              <a:rPr dirty="0"/>
              <a:t>PROPOSED</a:t>
            </a:r>
            <a:r>
              <a:rPr spc="-200" dirty="0"/>
              <a:t> </a:t>
            </a:r>
            <a:r>
              <a:rPr spc="-10" dirty="0"/>
              <a:t>SYSTEM</a:t>
            </a:r>
          </a:p>
        </p:txBody>
      </p:sp>
      <p:sp>
        <p:nvSpPr>
          <p:cNvPr id="24" name="object 24"/>
          <p:cNvSpPr txBox="1"/>
          <p:nvPr/>
        </p:nvSpPr>
        <p:spPr>
          <a:xfrm>
            <a:off x="2364994" y="1403680"/>
            <a:ext cx="14037310" cy="8966557"/>
          </a:xfrm>
          <a:prstGeom prst="rect">
            <a:avLst/>
          </a:prstGeom>
        </p:spPr>
        <p:txBody>
          <a:bodyPr vert="horz" wrap="square" lIns="0" tIns="12700" rIns="0" bIns="0" rtlCol="0">
            <a:spAutoFit/>
          </a:bodyPr>
          <a:lstStyle/>
          <a:p>
            <a:pPr marL="586105" marR="5715" indent="-573405">
              <a:lnSpc>
                <a:spcPct val="100000"/>
              </a:lnSpc>
              <a:spcBef>
                <a:spcPts val="100"/>
              </a:spcBef>
              <a:buFont typeface="Arial MT"/>
              <a:buChar char="•"/>
              <a:tabLst>
                <a:tab pos="586105" algn="l"/>
                <a:tab pos="1518285" algn="l"/>
                <a:tab pos="3411220" algn="l"/>
                <a:tab pos="4896485" algn="l"/>
                <a:tab pos="5420360" algn="l"/>
                <a:tab pos="5841365" algn="l"/>
                <a:tab pos="7099934" algn="l"/>
                <a:tab pos="7749540" algn="l"/>
                <a:tab pos="9005570" algn="l"/>
                <a:tab pos="11078210" algn="l"/>
                <a:tab pos="12447270" algn="l"/>
              </a:tabLst>
            </a:pPr>
            <a:r>
              <a:rPr lang="en-US" sz="3600" spc="-25" dirty="0">
                <a:latin typeface="Times New Roman"/>
                <a:cs typeface="Times New Roman"/>
              </a:rPr>
              <a:t>The proposed system is a React JS based Advanced Job Portal Management System with dark UI.</a:t>
            </a:r>
          </a:p>
          <a:p>
            <a:pPr marL="586105" marR="5715" indent="-573405">
              <a:lnSpc>
                <a:spcPct val="100000"/>
              </a:lnSpc>
              <a:spcBef>
                <a:spcPts val="100"/>
              </a:spcBef>
              <a:buFont typeface="Arial MT"/>
              <a:buChar char="•"/>
              <a:tabLst>
                <a:tab pos="586105" algn="l"/>
                <a:tab pos="1518285" algn="l"/>
                <a:tab pos="3411220" algn="l"/>
                <a:tab pos="4896485" algn="l"/>
                <a:tab pos="5420360" algn="l"/>
                <a:tab pos="5841365" algn="l"/>
                <a:tab pos="7099934" algn="l"/>
                <a:tab pos="7749540" algn="l"/>
                <a:tab pos="9005570" algn="l"/>
                <a:tab pos="11078210" algn="l"/>
                <a:tab pos="12447270" algn="l"/>
              </a:tabLst>
            </a:pPr>
            <a:r>
              <a:rPr lang="en-US" sz="3600" spc="-25" dirty="0">
                <a:latin typeface="Times New Roman"/>
                <a:cs typeface="Times New Roman"/>
              </a:rPr>
              <a:t>Users can log in with full name and email, or access the admin portal with a secure code.</a:t>
            </a:r>
          </a:p>
          <a:p>
            <a:pPr marL="586105" marR="5715" indent="-573405">
              <a:lnSpc>
                <a:spcPct val="100000"/>
              </a:lnSpc>
              <a:spcBef>
                <a:spcPts val="100"/>
              </a:spcBef>
              <a:buFont typeface="Arial MT"/>
              <a:buChar char="•"/>
              <a:tabLst>
                <a:tab pos="586105" algn="l"/>
                <a:tab pos="1518285" algn="l"/>
                <a:tab pos="3411220" algn="l"/>
                <a:tab pos="4896485" algn="l"/>
                <a:tab pos="5420360" algn="l"/>
                <a:tab pos="5841365" algn="l"/>
                <a:tab pos="7099934" algn="l"/>
                <a:tab pos="7749540" algn="l"/>
                <a:tab pos="9005570" algn="l"/>
                <a:tab pos="11078210" algn="l"/>
                <a:tab pos="12447270" algn="l"/>
              </a:tabLst>
            </a:pPr>
            <a:r>
              <a:rPr lang="en-US" sz="3600" spc="-25" dirty="0">
                <a:latin typeface="Times New Roman"/>
                <a:cs typeface="Times New Roman"/>
              </a:rPr>
              <a:t>Users can browse available job listings with details like job role, company, location, salary, and required skills.</a:t>
            </a:r>
          </a:p>
          <a:p>
            <a:pPr marL="586105" marR="5715" indent="-573405">
              <a:lnSpc>
                <a:spcPct val="100000"/>
              </a:lnSpc>
              <a:spcBef>
                <a:spcPts val="100"/>
              </a:spcBef>
              <a:buFont typeface="Arial MT"/>
              <a:buChar char="•"/>
              <a:tabLst>
                <a:tab pos="586105" algn="l"/>
                <a:tab pos="1518285" algn="l"/>
                <a:tab pos="3411220" algn="l"/>
                <a:tab pos="4896485" algn="l"/>
                <a:tab pos="5420360" algn="l"/>
                <a:tab pos="5841365" algn="l"/>
                <a:tab pos="7099934" algn="l"/>
                <a:tab pos="7749540" algn="l"/>
                <a:tab pos="9005570" algn="l"/>
                <a:tab pos="11078210" algn="l"/>
                <a:tab pos="12447270" algn="l"/>
              </a:tabLst>
            </a:pPr>
            <a:r>
              <a:rPr lang="en-US" sz="3600" spc="-25" dirty="0">
                <a:latin typeface="Times New Roman"/>
                <a:cs typeface="Times New Roman"/>
              </a:rPr>
              <a:t>The application module allows users to select job type and submit applications with real-time application status display.</a:t>
            </a:r>
          </a:p>
          <a:p>
            <a:pPr marL="586105" marR="5715" indent="-573405">
              <a:lnSpc>
                <a:spcPct val="100000"/>
              </a:lnSpc>
              <a:spcBef>
                <a:spcPts val="100"/>
              </a:spcBef>
              <a:buFont typeface="Arial MT"/>
              <a:buChar char="•"/>
              <a:tabLst>
                <a:tab pos="586105" algn="l"/>
                <a:tab pos="1518285" algn="l"/>
                <a:tab pos="3411220" algn="l"/>
                <a:tab pos="4896485" algn="l"/>
                <a:tab pos="5420360" algn="l"/>
                <a:tab pos="5841365" algn="l"/>
                <a:tab pos="7099934" algn="l"/>
                <a:tab pos="7749540" algn="l"/>
                <a:tab pos="9005570" algn="l"/>
                <a:tab pos="11078210" algn="l"/>
                <a:tab pos="12447270" algn="l"/>
              </a:tabLst>
            </a:pPr>
            <a:r>
              <a:rPr lang="en-US" sz="3600" spc="-25" dirty="0">
                <a:latin typeface="Times New Roman"/>
                <a:cs typeface="Times New Roman"/>
              </a:rPr>
              <a:t>The system validates all inputs: mandatory fields, valid email, proper resume link, no duplicate applications.</a:t>
            </a:r>
          </a:p>
          <a:p>
            <a:pPr marL="586105" marR="5715" indent="-573405">
              <a:lnSpc>
                <a:spcPct val="100000"/>
              </a:lnSpc>
              <a:spcBef>
                <a:spcPts val="100"/>
              </a:spcBef>
              <a:buFont typeface="Arial MT"/>
              <a:buChar char="•"/>
              <a:tabLst>
                <a:tab pos="586105" algn="l"/>
                <a:tab pos="1518285" algn="l"/>
                <a:tab pos="3411220" algn="l"/>
                <a:tab pos="4896485" algn="l"/>
                <a:tab pos="5420360" algn="l"/>
                <a:tab pos="5841365" algn="l"/>
                <a:tab pos="7099934" algn="l"/>
                <a:tab pos="7749540" algn="l"/>
                <a:tab pos="9005570" algn="l"/>
                <a:tab pos="11078210" algn="l"/>
                <a:tab pos="12447270" algn="l"/>
              </a:tabLst>
            </a:pPr>
            <a:r>
              <a:rPr lang="en-US" sz="3600" spc="-25" dirty="0">
                <a:latin typeface="Times New Roman"/>
                <a:cs typeface="Times New Roman"/>
              </a:rPr>
              <a:t>After successful application, a digital confirmation is generated with a unique Application ID and QR code.</a:t>
            </a:r>
          </a:p>
          <a:p>
            <a:pPr marL="586105" marR="5715" indent="-573405">
              <a:lnSpc>
                <a:spcPct val="100000"/>
              </a:lnSpc>
              <a:spcBef>
                <a:spcPts val="100"/>
              </a:spcBef>
              <a:buFont typeface="Arial MT"/>
              <a:buChar char="•"/>
              <a:tabLst>
                <a:tab pos="586105" algn="l"/>
                <a:tab pos="1518285" algn="l"/>
                <a:tab pos="3411220" algn="l"/>
                <a:tab pos="4896485" algn="l"/>
                <a:tab pos="5420360" algn="l"/>
                <a:tab pos="5841365" algn="l"/>
                <a:tab pos="7099934" algn="l"/>
                <a:tab pos="7749540" algn="l"/>
                <a:tab pos="9005570" algn="l"/>
                <a:tab pos="11078210" algn="l"/>
                <a:tab pos="12447270" algn="l"/>
              </a:tabLst>
            </a:pPr>
            <a:r>
              <a:rPr lang="en-US" sz="3600" spc="-25" dirty="0">
                <a:latin typeface="Times New Roman"/>
                <a:cs typeface="Times New Roman"/>
              </a:rPr>
              <a:t>Users can view application history; admins can manage job postings, view applications, and see recruitment statistics.</a:t>
            </a:r>
          </a:p>
          <a:p>
            <a:pPr marL="586105" marR="5715" indent="-573405">
              <a:lnSpc>
                <a:spcPct val="100000"/>
              </a:lnSpc>
              <a:spcBef>
                <a:spcPts val="100"/>
              </a:spcBef>
              <a:buFont typeface="Arial MT"/>
              <a:buChar char="•"/>
              <a:tabLst>
                <a:tab pos="586105" algn="l"/>
                <a:tab pos="1518285" algn="l"/>
                <a:tab pos="3411220" algn="l"/>
                <a:tab pos="4896485" algn="l"/>
                <a:tab pos="5420360" algn="l"/>
                <a:tab pos="5841365" algn="l"/>
                <a:tab pos="7099934" algn="l"/>
                <a:tab pos="7749540" algn="l"/>
                <a:tab pos="9005570" algn="l"/>
                <a:tab pos="11078210" algn="l"/>
                <a:tab pos="12447270" algn="l"/>
              </a:tabLst>
            </a:pPr>
            <a:r>
              <a:rPr lang="en-US" sz="3600" spc="-25" dirty="0">
                <a:latin typeface="Times New Roman"/>
                <a:cs typeface="Times New Roman"/>
              </a:rPr>
              <a:t>The system uses React </a:t>
            </a:r>
            <a:r>
              <a:rPr lang="en-US" sz="3600" spc="-25" dirty="0" err="1">
                <a:latin typeface="Times New Roman"/>
                <a:cs typeface="Times New Roman"/>
              </a:rPr>
              <a:t>useState</a:t>
            </a:r>
            <a:r>
              <a:rPr lang="en-US" sz="3600" spc="-25" dirty="0">
                <a:latin typeface="Times New Roman"/>
                <a:cs typeface="Times New Roman"/>
              </a:rPr>
              <a:t> hooks, conditional rendering, and component-based architecture.</a:t>
            </a:r>
            <a:endParaRPr sz="36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10183" y="4654296"/>
            <a:ext cx="990600" cy="993775"/>
          </a:xfrm>
          <a:custGeom>
            <a:avLst/>
            <a:gdLst/>
            <a:ahLst/>
            <a:cxnLst/>
            <a:rect l="l" t="t" r="r" b="b"/>
            <a:pathLst>
              <a:path w="990600" h="993775">
                <a:moveTo>
                  <a:pt x="495300" y="0"/>
                </a:moveTo>
                <a:lnTo>
                  <a:pt x="447599" y="2273"/>
                </a:lnTo>
                <a:lnTo>
                  <a:pt x="401181" y="8956"/>
                </a:lnTo>
                <a:lnTo>
                  <a:pt x="356254" y="19839"/>
                </a:lnTo>
                <a:lnTo>
                  <a:pt x="313025" y="34716"/>
                </a:lnTo>
                <a:lnTo>
                  <a:pt x="271701" y="53377"/>
                </a:lnTo>
                <a:lnTo>
                  <a:pt x="232490" y="75615"/>
                </a:lnTo>
                <a:lnTo>
                  <a:pt x="195600" y="101222"/>
                </a:lnTo>
                <a:lnTo>
                  <a:pt x="161238" y="129990"/>
                </a:lnTo>
                <a:lnTo>
                  <a:pt x="129612" y="161710"/>
                </a:lnTo>
                <a:lnTo>
                  <a:pt x="100929" y="196176"/>
                </a:lnTo>
                <a:lnTo>
                  <a:pt x="75397" y="233179"/>
                </a:lnTo>
                <a:lnTo>
                  <a:pt x="53224" y="272510"/>
                </a:lnTo>
                <a:lnTo>
                  <a:pt x="34617" y="313963"/>
                </a:lnTo>
                <a:lnTo>
                  <a:pt x="19783" y="357329"/>
                </a:lnTo>
                <a:lnTo>
                  <a:pt x="8931" y="402399"/>
                </a:lnTo>
                <a:lnTo>
                  <a:pt x="2267" y="448967"/>
                </a:lnTo>
                <a:lnTo>
                  <a:pt x="0" y="496824"/>
                </a:lnTo>
                <a:lnTo>
                  <a:pt x="2267" y="544680"/>
                </a:lnTo>
                <a:lnTo>
                  <a:pt x="8931" y="591248"/>
                </a:lnTo>
                <a:lnTo>
                  <a:pt x="19783" y="636318"/>
                </a:lnTo>
                <a:lnTo>
                  <a:pt x="34617" y="679684"/>
                </a:lnTo>
                <a:lnTo>
                  <a:pt x="53224" y="721137"/>
                </a:lnTo>
                <a:lnTo>
                  <a:pt x="75397" y="760468"/>
                </a:lnTo>
                <a:lnTo>
                  <a:pt x="100929" y="797471"/>
                </a:lnTo>
                <a:lnTo>
                  <a:pt x="129612" y="831937"/>
                </a:lnTo>
                <a:lnTo>
                  <a:pt x="161238" y="863657"/>
                </a:lnTo>
                <a:lnTo>
                  <a:pt x="195600" y="892425"/>
                </a:lnTo>
                <a:lnTo>
                  <a:pt x="232490" y="918032"/>
                </a:lnTo>
                <a:lnTo>
                  <a:pt x="271701" y="940270"/>
                </a:lnTo>
                <a:lnTo>
                  <a:pt x="313025" y="958931"/>
                </a:lnTo>
                <a:lnTo>
                  <a:pt x="356254" y="973808"/>
                </a:lnTo>
                <a:lnTo>
                  <a:pt x="401181" y="984691"/>
                </a:lnTo>
                <a:lnTo>
                  <a:pt x="447599" y="991374"/>
                </a:lnTo>
                <a:lnTo>
                  <a:pt x="495300" y="993648"/>
                </a:lnTo>
                <a:lnTo>
                  <a:pt x="543002" y="991374"/>
                </a:lnTo>
                <a:lnTo>
                  <a:pt x="589421" y="984691"/>
                </a:lnTo>
                <a:lnTo>
                  <a:pt x="634350" y="973808"/>
                </a:lnTo>
                <a:lnTo>
                  <a:pt x="677580" y="958931"/>
                </a:lnTo>
                <a:lnTo>
                  <a:pt x="718904" y="940270"/>
                </a:lnTo>
                <a:lnTo>
                  <a:pt x="758115" y="918032"/>
                </a:lnTo>
                <a:lnTo>
                  <a:pt x="795005" y="892425"/>
                </a:lnTo>
                <a:lnTo>
                  <a:pt x="829366" y="863657"/>
                </a:lnTo>
                <a:lnTo>
                  <a:pt x="860992" y="831937"/>
                </a:lnTo>
                <a:lnTo>
                  <a:pt x="889674" y="797471"/>
                </a:lnTo>
                <a:lnTo>
                  <a:pt x="915205" y="760468"/>
                </a:lnTo>
                <a:lnTo>
                  <a:pt x="937377" y="721137"/>
                </a:lnTo>
                <a:lnTo>
                  <a:pt x="955984" y="679684"/>
                </a:lnTo>
                <a:lnTo>
                  <a:pt x="970817" y="636318"/>
                </a:lnTo>
                <a:lnTo>
                  <a:pt x="981669" y="591248"/>
                </a:lnTo>
                <a:lnTo>
                  <a:pt x="988332" y="544680"/>
                </a:lnTo>
                <a:lnTo>
                  <a:pt x="990599" y="496824"/>
                </a:lnTo>
                <a:lnTo>
                  <a:pt x="988332" y="448967"/>
                </a:lnTo>
                <a:lnTo>
                  <a:pt x="981669" y="402399"/>
                </a:lnTo>
                <a:lnTo>
                  <a:pt x="970817" y="357329"/>
                </a:lnTo>
                <a:lnTo>
                  <a:pt x="955984" y="313963"/>
                </a:lnTo>
                <a:lnTo>
                  <a:pt x="937377" y="272510"/>
                </a:lnTo>
                <a:lnTo>
                  <a:pt x="915205" y="233179"/>
                </a:lnTo>
                <a:lnTo>
                  <a:pt x="889674" y="196176"/>
                </a:lnTo>
                <a:lnTo>
                  <a:pt x="860992" y="161710"/>
                </a:lnTo>
                <a:lnTo>
                  <a:pt x="829366" y="129990"/>
                </a:lnTo>
                <a:lnTo>
                  <a:pt x="795005" y="101222"/>
                </a:lnTo>
                <a:lnTo>
                  <a:pt x="758115" y="75615"/>
                </a:lnTo>
                <a:lnTo>
                  <a:pt x="718904" y="53377"/>
                </a:lnTo>
                <a:lnTo>
                  <a:pt x="677580" y="34716"/>
                </a:lnTo>
                <a:lnTo>
                  <a:pt x="634350" y="19839"/>
                </a:lnTo>
                <a:lnTo>
                  <a:pt x="589421" y="8956"/>
                </a:lnTo>
                <a:lnTo>
                  <a:pt x="543002" y="2273"/>
                </a:lnTo>
                <a:lnTo>
                  <a:pt x="495300" y="0"/>
                </a:lnTo>
                <a:close/>
              </a:path>
            </a:pathLst>
          </a:custGeom>
          <a:solidFill>
            <a:srgbClr val="FC611F"/>
          </a:solidFill>
        </p:spPr>
        <p:txBody>
          <a:bodyPr wrap="square" lIns="0" tIns="0" rIns="0" bIns="0" rtlCol="0"/>
          <a:lstStyle/>
          <a:p>
            <a:endParaRPr/>
          </a:p>
        </p:txBody>
      </p:sp>
      <p:sp>
        <p:nvSpPr>
          <p:cNvPr id="3" name="object 3"/>
          <p:cNvSpPr txBox="1"/>
          <p:nvPr/>
        </p:nvSpPr>
        <p:spPr>
          <a:xfrm>
            <a:off x="1088237" y="4886070"/>
            <a:ext cx="234950" cy="435609"/>
          </a:xfrm>
          <a:prstGeom prst="rect">
            <a:avLst/>
          </a:prstGeom>
        </p:spPr>
        <p:txBody>
          <a:bodyPr vert="horz" wrap="square" lIns="0" tIns="17145" rIns="0" bIns="0" rtlCol="0">
            <a:spAutoFit/>
          </a:bodyPr>
          <a:lstStyle/>
          <a:p>
            <a:pPr marL="12700">
              <a:lnSpc>
                <a:spcPct val="100000"/>
              </a:lnSpc>
              <a:spcBef>
                <a:spcPts val="135"/>
              </a:spcBef>
            </a:pPr>
            <a:r>
              <a:rPr sz="2650" spc="135" dirty="0">
                <a:solidFill>
                  <a:srgbClr val="FFFDFD"/>
                </a:solidFill>
                <a:latin typeface="Tahoma"/>
                <a:cs typeface="Tahoma"/>
              </a:rPr>
              <a:t>5</a:t>
            </a:r>
            <a:endParaRPr sz="2650">
              <a:latin typeface="Tahoma"/>
              <a:cs typeface="Tahoma"/>
            </a:endParaRPr>
          </a:p>
        </p:txBody>
      </p:sp>
      <p:sp>
        <p:nvSpPr>
          <p:cNvPr id="4" name="object 4"/>
          <p:cNvSpPr/>
          <p:nvPr/>
        </p:nvSpPr>
        <p:spPr>
          <a:xfrm>
            <a:off x="952500" y="3320796"/>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8"/>
                </a:lnTo>
                <a:lnTo>
                  <a:pt x="15922" y="177624"/>
                </a:lnTo>
                <a:lnTo>
                  <a:pt x="4100" y="223770"/>
                </a:lnTo>
                <a:lnTo>
                  <a:pt x="0" y="272796"/>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1"/>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5" name="object 5"/>
          <p:cNvSpPr/>
          <p:nvPr/>
        </p:nvSpPr>
        <p:spPr>
          <a:xfrm>
            <a:off x="952500" y="1988820"/>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6" name="object 6"/>
          <p:cNvSpPr/>
          <p:nvPr/>
        </p:nvSpPr>
        <p:spPr>
          <a:xfrm>
            <a:off x="952500" y="3988308"/>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7"/>
                </a:lnTo>
                <a:lnTo>
                  <a:pt x="15922" y="177624"/>
                </a:lnTo>
                <a:lnTo>
                  <a:pt x="4100" y="223770"/>
                </a:lnTo>
                <a:lnTo>
                  <a:pt x="0" y="272795"/>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1"/>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5"/>
                </a:lnTo>
                <a:lnTo>
                  <a:pt x="504916" y="223770"/>
                </a:lnTo>
                <a:lnTo>
                  <a:pt x="493096" y="177624"/>
                </a:lnTo>
                <a:lnTo>
                  <a:pt x="474274" y="135127"/>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7" name="object 7"/>
          <p:cNvSpPr/>
          <p:nvPr/>
        </p:nvSpPr>
        <p:spPr>
          <a:xfrm>
            <a:off x="952500" y="2653283"/>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8"/>
                </a:lnTo>
                <a:lnTo>
                  <a:pt x="15922" y="177624"/>
                </a:lnTo>
                <a:lnTo>
                  <a:pt x="4100" y="223770"/>
                </a:lnTo>
                <a:lnTo>
                  <a:pt x="0" y="272796"/>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2"/>
                </a:lnTo>
                <a:lnTo>
                  <a:pt x="300263" y="541195"/>
                </a:lnTo>
                <a:lnTo>
                  <a:pt x="343325" y="528520"/>
                </a:lnTo>
                <a:lnTo>
                  <a:pt x="382975" y="508338"/>
                </a:lnTo>
                <a:lnTo>
                  <a:pt x="418495" y="481420"/>
                </a:lnTo>
                <a:lnTo>
                  <a:pt x="449168" y="448538"/>
                </a:lnTo>
                <a:lnTo>
                  <a:pt x="474274" y="410463"/>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8" name="object 8"/>
          <p:cNvSpPr txBox="1"/>
          <p:nvPr/>
        </p:nvSpPr>
        <p:spPr>
          <a:xfrm>
            <a:off x="1119936" y="2097480"/>
            <a:ext cx="170815" cy="2287270"/>
          </a:xfrm>
          <a:prstGeom prst="rect">
            <a:avLst/>
          </a:prstGeom>
        </p:spPr>
        <p:txBody>
          <a:bodyPr vert="horz" wrap="square" lIns="0" tIns="13335" rIns="0" bIns="0" rtlCol="0">
            <a:spAutoFit/>
          </a:bodyPr>
          <a:lstStyle/>
          <a:p>
            <a:pPr marL="45720">
              <a:lnSpc>
                <a:spcPct val="100000"/>
              </a:lnSpc>
              <a:spcBef>
                <a:spcPts val="105"/>
              </a:spcBef>
            </a:pPr>
            <a:r>
              <a:rPr sz="1700" spc="-365" dirty="0">
                <a:solidFill>
                  <a:srgbClr val="181818"/>
                </a:solidFill>
                <a:latin typeface="Tahoma"/>
                <a:cs typeface="Tahoma"/>
              </a:rPr>
              <a:t>1</a:t>
            </a:r>
            <a:endParaRPr sz="1700">
              <a:latin typeface="Tahoma"/>
              <a:cs typeface="Tahoma"/>
            </a:endParaRPr>
          </a:p>
          <a:p>
            <a:pPr>
              <a:lnSpc>
                <a:spcPct val="100000"/>
              </a:lnSpc>
              <a:spcBef>
                <a:spcPts val="1150"/>
              </a:spcBef>
            </a:pPr>
            <a:endParaRPr sz="1700">
              <a:latin typeface="Tahoma"/>
              <a:cs typeface="Tahoma"/>
            </a:endParaRPr>
          </a:p>
          <a:p>
            <a:pPr marL="18415">
              <a:lnSpc>
                <a:spcPct val="100000"/>
              </a:lnSpc>
            </a:pPr>
            <a:r>
              <a:rPr sz="1700" spc="40" dirty="0">
                <a:solidFill>
                  <a:srgbClr val="181818"/>
                </a:solidFill>
                <a:latin typeface="Tahoma"/>
                <a:cs typeface="Tahoma"/>
              </a:rPr>
              <a:t>2</a:t>
            </a:r>
            <a:endParaRPr sz="1700">
              <a:latin typeface="Tahoma"/>
              <a:cs typeface="Tahoma"/>
            </a:endParaRPr>
          </a:p>
          <a:p>
            <a:pPr>
              <a:lnSpc>
                <a:spcPct val="100000"/>
              </a:lnSpc>
              <a:spcBef>
                <a:spcPts val="1165"/>
              </a:spcBef>
            </a:pPr>
            <a:endParaRPr sz="1700">
              <a:latin typeface="Tahoma"/>
              <a:cs typeface="Tahoma"/>
            </a:endParaRPr>
          </a:p>
          <a:p>
            <a:pPr marL="18415">
              <a:lnSpc>
                <a:spcPct val="100000"/>
              </a:lnSpc>
              <a:spcBef>
                <a:spcPts val="5"/>
              </a:spcBef>
            </a:pPr>
            <a:r>
              <a:rPr sz="1700" spc="60" dirty="0">
                <a:solidFill>
                  <a:srgbClr val="181818"/>
                </a:solidFill>
                <a:latin typeface="Tahoma"/>
                <a:cs typeface="Tahoma"/>
              </a:rPr>
              <a:t>3</a:t>
            </a:r>
            <a:endParaRPr sz="1700">
              <a:latin typeface="Tahoma"/>
              <a:cs typeface="Tahoma"/>
            </a:endParaRPr>
          </a:p>
          <a:p>
            <a:pPr>
              <a:lnSpc>
                <a:spcPct val="100000"/>
              </a:lnSpc>
              <a:spcBef>
                <a:spcPts val="1165"/>
              </a:spcBef>
            </a:pPr>
            <a:endParaRPr sz="1700">
              <a:latin typeface="Tahoma"/>
              <a:cs typeface="Tahoma"/>
            </a:endParaRPr>
          </a:p>
          <a:p>
            <a:pPr marL="12700">
              <a:lnSpc>
                <a:spcPct val="100000"/>
              </a:lnSpc>
            </a:pPr>
            <a:r>
              <a:rPr sz="1700" spc="160" dirty="0">
                <a:solidFill>
                  <a:srgbClr val="181818"/>
                </a:solidFill>
                <a:latin typeface="Tahoma"/>
                <a:cs typeface="Tahoma"/>
              </a:rPr>
              <a:t>4</a:t>
            </a:r>
            <a:endParaRPr sz="1700">
              <a:latin typeface="Tahoma"/>
              <a:cs typeface="Tahoma"/>
            </a:endParaRPr>
          </a:p>
        </p:txBody>
      </p:sp>
      <p:sp>
        <p:nvSpPr>
          <p:cNvPr id="9" name="object 9"/>
          <p:cNvSpPr/>
          <p:nvPr/>
        </p:nvSpPr>
        <p:spPr>
          <a:xfrm>
            <a:off x="952500" y="6432803"/>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10" name="object 10"/>
          <p:cNvSpPr/>
          <p:nvPr/>
        </p:nvSpPr>
        <p:spPr>
          <a:xfrm>
            <a:off x="952500" y="5765291"/>
            <a:ext cx="509270" cy="546100"/>
          </a:xfrm>
          <a:custGeom>
            <a:avLst/>
            <a:gdLst/>
            <a:ahLst/>
            <a:cxnLst/>
            <a:rect l="l" t="t" r="r" b="b"/>
            <a:pathLst>
              <a:path w="509269" h="546100">
                <a:moveTo>
                  <a:pt x="254508" y="0"/>
                </a:moveTo>
                <a:lnTo>
                  <a:pt x="208759" y="4396"/>
                </a:lnTo>
                <a:lnTo>
                  <a:pt x="165700" y="17071"/>
                </a:lnTo>
                <a:lnTo>
                  <a:pt x="126051" y="37253"/>
                </a:lnTo>
                <a:lnTo>
                  <a:pt x="90530" y="64171"/>
                </a:lnTo>
                <a:lnTo>
                  <a:pt x="59856" y="97053"/>
                </a:lnTo>
                <a:lnTo>
                  <a:pt x="34747" y="135127"/>
                </a:lnTo>
                <a:lnTo>
                  <a:pt x="15922" y="177624"/>
                </a:lnTo>
                <a:lnTo>
                  <a:pt x="4100" y="223770"/>
                </a:lnTo>
                <a:lnTo>
                  <a:pt x="0" y="272796"/>
                </a:lnTo>
                <a:lnTo>
                  <a:pt x="4100" y="321821"/>
                </a:lnTo>
                <a:lnTo>
                  <a:pt x="15922" y="367967"/>
                </a:lnTo>
                <a:lnTo>
                  <a:pt x="34747" y="410463"/>
                </a:lnTo>
                <a:lnTo>
                  <a:pt x="59856" y="448538"/>
                </a:lnTo>
                <a:lnTo>
                  <a:pt x="90530" y="481420"/>
                </a:lnTo>
                <a:lnTo>
                  <a:pt x="126051" y="508338"/>
                </a:lnTo>
                <a:lnTo>
                  <a:pt x="165700" y="528520"/>
                </a:lnTo>
                <a:lnTo>
                  <a:pt x="208759" y="541195"/>
                </a:lnTo>
                <a:lnTo>
                  <a:pt x="254508" y="545592"/>
                </a:lnTo>
                <a:lnTo>
                  <a:pt x="300263" y="541195"/>
                </a:lnTo>
                <a:lnTo>
                  <a:pt x="343325" y="528520"/>
                </a:lnTo>
                <a:lnTo>
                  <a:pt x="382975" y="508338"/>
                </a:lnTo>
                <a:lnTo>
                  <a:pt x="418495" y="481420"/>
                </a:lnTo>
                <a:lnTo>
                  <a:pt x="449168" y="448538"/>
                </a:lnTo>
                <a:lnTo>
                  <a:pt x="474274" y="410464"/>
                </a:lnTo>
                <a:lnTo>
                  <a:pt x="493096" y="367967"/>
                </a:lnTo>
                <a:lnTo>
                  <a:pt x="504916" y="321821"/>
                </a:lnTo>
                <a:lnTo>
                  <a:pt x="509016" y="272796"/>
                </a:lnTo>
                <a:lnTo>
                  <a:pt x="504916" y="223770"/>
                </a:lnTo>
                <a:lnTo>
                  <a:pt x="493096" y="177624"/>
                </a:lnTo>
                <a:lnTo>
                  <a:pt x="474274" y="135128"/>
                </a:lnTo>
                <a:lnTo>
                  <a:pt x="449168" y="97053"/>
                </a:lnTo>
                <a:lnTo>
                  <a:pt x="418495" y="64171"/>
                </a:lnTo>
                <a:lnTo>
                  <a:pt x="382975" y="37253"/>
                </a:lnTo>
                <a:lnTo>
                  <a:pt x="343325" y="17071"/>
                </a:lnTo>
                <a:lnTo>
                  <a:pt x="300263" y="4396"/>
                </a:lnTo>
                <a:lnTo>
                  <a:pt x="254508" y="0"/>
                </a:lnTo>
                <a:close/>
              </a:path>
            </a:pathLst>
          </a:custGeom>
          <a:ln w="9144">
            <a:solidFill>
              <a:srgbClr val="FC611F"/>
            </a:solidFill>
          </a:ln>
        </p:spPr>
        <p:txBody>
          <a:bodyPr wrap="square" lIns="0" tIns="0" rIns="0" bIns="0" rtlCol="0"/>
          <a:lstStyle/>
          <a:p>
            <a:endParaRPr/>
          </a:p>
        </p:txBody>
      </p:sp>
      <p:sp>
        <p:nvSpPr>
          <p:cNvPr id="11" name="object 11"/>
          <p:cNvSpPr/>
          <p:nvPr/>
        </p:nvSpPr>
        <p:spPr>
          <a:xfrm>
            <a:off x="952500" y="7091171"/>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1"/>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1"/>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12" name="object 12"/>
          <p:cNvSpPr/>
          <p:nvPr/>
        </p:nvSpPr>
        <p:spPr>
          <a:xfrm>
            <a:off x="952500" y="7758683"/>
            <a:ext cx="509270" cy="542925"/>
          </a:xfrm>
          <a:custGeom>
            <a:avLst/>
            <a:gdLst/>
            <a:ahLst/>
            <a:cxnLst/>
            <a:rect l="l" t="t" r="r" b="b"/>
            <a:pathLst>
              <a:path w="509269" h="542925">
                <a:moveTo>
                  <a:pt x="254508" y="0"/>
                </a:moveTo>
                <a:lnTo>
                  <a:pt x="208759" y="4369"/>
                </a:lnTo>
                <a:lnTo>
                  <a:pt x="165700" y="16966"/>
                </a:lnTo>
                <a:lnTo>
                  <a:pt x="126051" y="37027"/>
                </a:lnTo>
                <a:lnTo>
                  <a:pt x="90530" y="63786"/>
                </a:lnTo>
                <a:lnTo>
                  <a:pt x="59856" y="96478"/>
                </a:lnTo>
                <a:lnTo>
                  <a:pt x="34747" y="134337"/>
                </a:lnTo>
                <a:lnTo>
                  <a:pt x="15922" y="176600"/>
                </a:lnTo>
                <a:lnTo>
                  <a:pt x="4100" y="222499"/>
                </a:lnTo>
                <a:lnTo>
                  <a:pt x="0" y="271272"/>
                </a:lnTo>
                <a:lnTo>
                  <a:pt x="4100" y="320044"/>
                </a:lnTo>
                <a:lnTo>
                  <a:pt x="15922" y="365943"/>
                </a:lnTo>
                <a:lnTo>
                  <a:pt x="34747" y="408206"/>
                </a:lnTo>
                <a:lnTo>
                  <a:pt x="59856" y="446065"/>
                </a:lnTo>
                <a:lnTo>
                  <a:pt x="90530" y="478757"/>
                </a:lnTo>
                <a:lnTo>
                  <a:pt x="126051" y="505516"/>
                </a:lnTo>
                <a:lnTo>
                  <a:pt x="165700" y="525577"/>
                </a:lnTo>
                <a:lnTo>
                  <a:pt x="208759" y="538174"/>
                </a:lnTo>
                <a:lnTo>
                  <a:pt x="254508" y="542544"/>
                </a:lnTo>
                <a:lnTo>
                  <a:pt x="300263" y="538174"/>
                </a:lnTo>
                <a:lnTo>
                  <a:pt x="343325" y="525577"/>
                </a:lnTo>
                <a:lnTo>
                  <a:pt x="382975" y="505516"/>
                </a:lnTo>
                <a:lnTo>
                  <a:pt x="418495" y="478757"/>
                </a:lnTo>
                <a:lnTo>
                  <a:pt x="449168" y="446065"/>
                </a:lnTo>
                <a:lnTo>
                  <a:pt x="474274" y="408206"/>
                </a:lnTo>
                <a:lnTo>
                  <a:pt x="493096" y="365943"/>
                </a:lnTo>
                <a:lnTo>
                  <a:pt x="504916" y="320044"/>
                </a:lnTo>
                <a:lnTo>
                  <a:pt x="509016" y="271272"/>
                </a:lnTo>
                <a:lnTo>
                  <a:pt x="504916" y="222499"/>
                </a:lnTo>
                <a:lnTo>
                  <a:pt x="493096" y="176600"/>
                </a:lnTo>
                <a:lnTo>
                  <a:pt x="474274" y="134337"/>
                </a:lnTo>
                <a:lnTo>
                  <a:pt x="449168" y="96478"/>
                </a:lnTo>
                <a:lnTo>
                  <a:pt x="418495" y="63786"/>
                </a:lnTo>
                <a:lnTo>
                  <a:pt x="382975" y="37027"/>
                </a:lnTo>
                <a:lnTo>
                  <a:pt x="343325" y="16966"/>
                </a:lnTo>
                <a:lnTo>
                  <a:pt x="300263" y="4369"/>
                </a:lnTo>
                <a:lnTo>
                  <a:pt x="254508"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1122984" y="5876289"/>
            <a:ext cx="165735" cy="227774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a:p>
            <a:pPr>
              <a:lnSpc>
                <a:spcPct val="100000"/>
              </a:lnSpc>
              <a:spcBef>
                <a:spcPts val="1150"/>
              </a:spcBef>
            </a:pPr>
            <a:endParaRPr sz="1700">
              <a:latin typeface="Tahoma"/>
              <a:cs typeface="Tahoma"/>
            </a:endParaRPr>
          </a:p>
          <a:p>
            <a:pPr marL="18415">
              <a:lnSpc>
                <a:spcPct val="100000"/>
              </a:lnSpc>
            </a:pPr>
            <a:r>
              <a:rPr sz="1700" spc="30" dirty="0">
                <a:solidFill>
                  <a:srgbClr val="181818"/>
                </a:solidFill>
                <a:latin typeface="Tahoma"/>
                <a:cs typeface="Tahoma"/>
              </a:rPr>
              <a:t>7</a:t>
            </a:r>
            <a:endParaRPr sz="1700">
              <a:latin typeface="Tahoma"/>
              <a:cs typeface="Tahoma"/>
            </a:endParaRPr>
          </a:p>
          <a:p>
            <a:pPr>
              <a:lnSpc>
                <a:spcPct val="100000"/>
              </a:lnSpc>
              <a:spcBef>
                <a:spcPts val="1090"/>
              </a:spcBef>
            </a:pPr>
            <a:endParaRPr sz="1700">
              <a:latin typeface="Tahoma"/>
              <a:cs typeface="Tahoma"/>
            </a:endParaRPr>
          </a:p>
          <a:p>
            <a:pPr marL="12700">
              <a:lnSpc>
                <a:spcPct val="100000"/>
              </a:lnSpc>
            </a:pPr>
            <a:r>
              <a:rPr sz="1700" spc="95" dirty="0">
                <a:solidFill>
                  <a:srgbClr val="181818"/>
                </a:solidFill>
                <a:latin typeface="Tahoma"/>
                <a:cs typeface="Tahoma"/>
              </a:rPr>
              <a:t>8</a:t>
            </a:r>
            <a:endParaRPr sz="1700">
              <a:latin typeface="Tahoma"/>
              <a:cs typeface="Tahoma"/>
            </a:endParaRPr>
          </a:p>
          <a:p>
            <a:pPr>
              <a:lnSpc>
                <a:spcPct val="100000"/>
              </a:lnSpc>
              <a:spcBef>
                <a:spcPts val="1170"/>
              </a:spcBef>
            </a:pPr>
            <a:endParaRPr sz="1700">
              <a:latin typeface="Tahoma"/>
              <a:cs typeface="Tahoma"/>
            </a:endParaRPr>
          </a:p>
          <a:p>
            <a:pPr marL="12700">
              <a:lnSpc>
                <a:spcPct val="100000"/>
              </a:lnSpc>
            </a:pPr>
            <a:r>
              <a:rPr sz="1700" spc="125" dirty="0">
                <a:solidFill>
                  <a:srgbClr val="181818"/>
                </a:solidFill>
                <a:latin typeface="Tahoma"/>
                <a:cs typeface="Tahoma"/>
              </a:rPr>
              <a:t>9</a:t>
            </a:r>
            <a:endParaRPr sz="1700">
              <a:latin typeface="Tahoma"/>
              <a:cs typeface="Tahoma"/>
            </a:endParaRPr>
          </a:p>
        </p:txBody>
      </p:sp>
      <p:grpSp>
        <p:nvGrpSpPr>
          <p:cNvPr id="14" name="object 14"/>
          <p:cNvGrpSpPr/>
          <p:nvPr/>
        </p:nvGrpSpPr>
        <p:grpSpPr>
          <a:xfrm>
            <a:off x="16312895" y="911352"/>
            <a:ext cx="948055" cy="234950"/>
            <a:chOff x="16312895" y="911352"/>
            <a:chExt cx="948055" cy="234950"/>
          </a:xfrm>
        </p:grpSpPr>
        <p:pic>
          <p:nvPicPr>
            <p:cNvPr id="15" name="object 15"/>
            <p:cNvPicPr/>
            <p:nvPr/>
          </p:nvPicPr>
          <p:blipFill>
            <a:blip r:embed="rId2" cstate="print"/>
            <a:stretch>
              <a:fillRect/>
            </a:stretch>
          </p:blipFill>
          <p:spPr>
            <a:xfrm>
              <a:off x="16334231" y="932688"/>
              <a:ext cx="487425" cy="48768"/>
            </a:xfrm>
            <a:prstGeom prst="rect">
              <a:avLst/>
            </a:prstGeom>
          </p:spPr>
        </p:pic>
        <p:sp>
          <p:nvSpPr>
            <p:cNvPr id="16" name="object 16"/>
            <p:cNvSpPr/>
            <p:nvPr/>
          </p:nvSpPr>
          <p:spPr>
            <a:xfrm>
              <a:off x="16314419" y="912876"/>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17" name="object 17"/>
          <p:cNvSpPr txBox="1">
            <a:spLocks noGrp="1"/>
          </p:cNvSpPr>
          <p:nvPr>
            <p:ph type="title"/>
          </p:nvPr>
        </p:nvSpPr>
        <p:spPr>
          <a:prstGeom prst="rect">
            <a:avLst/>
          </a:prstGeom>
        </p:spPr>
        <p:txBody>
          <a:bodyPr vert="horz" wrap="square" lIns="0" tIns="65023" rIns="0" bIns="0" rtlCol="0">
            <a:spAutoFit/>
          </a:bodyPr>
          <a:lstStyle/>
          <a:p>
            <a:pPr marL="12700">
              <a:lnSpc>
                <a:spcPct val="100000"/>
              </a:lnSpc>
              <a:spcBef>
                <a:spcPts val="100"/>
              </a:spcBef>
            </a:pPr>
            <a:r>
              <a:rPr dirty="0"/>
              <a:t>PROPOSED</a:t>
            </a:r>
            <a:r>
              <a:rPr spc="-200" dirty="0"/>
              <a:t> </a:t>
            </a:r>
            <a:r>
              <a:rPr spc="-10" dirty="0"/>
              <a:t>SYSTEM</a:t>
            </a:r>
            <a:r>
              <a:rPr spc="-290" dirty="0"/>
              <a:t> </a:t>
            </a:r>
            <a:r>
              <a:rPr spc="-10" dirty="0"/>
              <a:t>ARCHITECTURE</a:t>
            </a:r>
          </a:p>
        </p:txBody>
      </p:sp>
      <p:pic>
        <p:nvPicPr>
          <p:cNvPr id="20" name="Picture 19">
            <a:extLst>
              <a:ext uri="{FF2B5EF4-FFF2-40B4-BE49-F238E27FC236}">
                <a16:creationId xmlns:a16="http://schemas.microsoft.com/office/drawing/2014/main" id="{3D800B2E-5092-1152-C796-49D6035FED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1333500"/>
            <a:ext cx="13716000" cy="838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4568" y="5318759"/>
            <a:ext cx="993775" cy="993775"/>
          </a:xfrm>
          <a:custGeom>
            <a:avLst/>
            <a:gdLst/>
            <a:ahLst/>
            <a:cxnLst/>
            <a:rect l="l" t="t" r="r" b="b"/>
            <a:pathLst>
              <a:path w="993775" h="993775">
                <a:moveTo>
                  <a:pt x="496823" y="0"/>
                </a:moveTo>
                <a:lnTo>
                  <a:pt x="448977" y="2273"/>
                </a:lnTo>
                <a:lnTo>
                  <a:pt x="402417" y="8956"/>
                </a:lnTo>
                <a:lnTo>
                  <a:pt x="357351" y="19839"/>
                </a:lnTo>
                <a:lnTo>
                  <a:pt x="313989" y="34716"/>
                </a:lnTo>
                <a:lnTo>
                  <a:pt x="272538" y="53377"/>
                </a:lnTo>
                <a:lnTo>
                  <a:pt x="233207" y="75615"/>
                </a:lnTo>
                <a:lnTo>
                  <a:pt x="196203" y="101222"/>
                </a:lnTo>
                <a:lnTo>
                  <a:pt x="161736" y="129990"/>
                </a:lnTo>
                <a:lnTo>
                  <a:pt x="130012" y="161710"/>
                </a:lnTo>
                <a:lnTo>
                  <a:pt x="101241" y="196176"/>
                </a:lnTo>
                <a:lnTo>
                  <a:pt x="75630" y="233179"/>
                </a:lnTo>
                <a:lnTo>
                  <a:pt x="53388" y="272510"/>
                </a:lnTo>
                <a:lnTo>
                  <a:pt x="34724" y="313963"/>
                </a:lnTo>
                <a:lnTo>
                  <a:pt x="19844" y="357329"/>
                </a:lnTo>
                <a:lnTo>
                  <a:pt x="8958" y="402399"/>
                </a:lnTo>
                <a:lnTo>
                  <a:pt x="2274" y="448967"/>
                </a:lnTo>
                <a:lnTo>
                  <a:pt x="0" y="496824"/>
                </a:lnTo>
                <a:lnTo>
                  <a:pt x="2274" y="544680"/>
                </a:lnTo>
                <a:lnTo>
                  <a:pt x="8958" y="591248"/>
                </a:lnTo>
                <a:lnTo>
                  <a:pt x="19844" y="636318"/>
                </a:lnTo>
                <a:lnTo>
                  <a:pt x="34724" y="679684"/>
                </a:lnTo>
                <a:lnTo>
                  <a:pt x="53388" y="721137"/>
                </a:lnTo>
                <a:lnTo>
                  <a:pt x="75630" y="760468"/>
                </a:lnTo>
                <a:lnTo>
                  <a:pt x="101241" y="797471"/>
                </a:lnTo>
                <a:lnTo>
                  <a:pt x="130012" y="831937"/>
                </a:lnTo>
                <a:lnTo>
                  <a:pt x="161736" y="863657"/>
                </a:lnTo>
                <a:lnTo>
                  <a:pt x="196203" y="892425"/>
                </a:lnTo>
                <a:lnTo>
                  <a:pt x="233207" y="918032"/>
                </a:lnTo>
                <a:lnTo>
                  <a:pt x="272538" y="940270"/>
                </a:lnTo>
                <a:lnTo>
                  <a:pt x="313989" y="958931"/>
                </a:lnTo>
                <a:lnTo>
                  <a:pt x="357351" y="973808"/>
                </a:lnTo>
                <a:lnTo>
                  <a:pt x="402417" y="984691"/>
                </a:lnTo>
                <a:lnTo>
                  <a:pt x="448977" y="991374"/>
                </a:lnTo>
                <a:lnTo>
                  <a:pt x="496823" y="993648"/>
                </a:lnTo>
                <a:lnTo>
                  <a:pt x="544680" y="991374"/>
                </a:lnTo>
                <a:lnTo>
                  <a:pt x="591248" y="984691"/>
                </a:lnTo>
                <a:lnTo>
                  <a:pt x="636318" y="973808"/>
                </a:lnTo>
                <a:lnTo>
                  <a:pt x="679684" y="958931"/>
                </a:lnTo>
                <a:lnTo>
                  <a:pt x="721137" y="940270"/>
                </a:lnTo>
                <a:lnTo>
                  <a:pt x="760468" y="918032"/>
                </a:lnTo>
                <a:lnTo>
                  <a:pt x="797471" y="892425"/>
                </a:lnTo>
                <a:lnTo>
                  <a:pt x="831937" y="863657"/>
                </a:lnTo>
                <a:lnTo>
                  <a:pt x="863657" y="831937"/>
                </a:lnTo>
                <a:lnTo>
                  <a:pt x="892425" y="797471"/>
                </a:lnTo>
                <a:lnTo>
                  <a:pt x="918032" y="760468"/>
                </a:lnTo>
                <a:lnTo>
                  <a:pt x="940270" y="721137"/>
                </a:lnTo>
                <a:lnTo>
                  <a:pt x="958931" y="679684"/>
                </a:lnTo>
                <a:lnTo>
                  <a:pt x="973808" y="636318"/>
                </a:lnTo>
                <a:lnTo>
                  <a:pt x="984691" y="591248"/>
                </a:lnTo>
                <a:lnTo>
                  <a:pt x="991374" y="544680"/>
                </a:lnTo>
                <a:lnTo>
                  <a:pt x="993648" y="496824"/>
                </a:lnTo>
                <a:lnTo>
                  <a:pt x="991374" y="448967"/>
                </a:lnTo>
                <a:lnTo>
                  <a:pt x="984691" y="402399"/>
                </a:lnTo>
                <a:lnTo>
                  <a:pt x="973808" y="357329"/>
                </a:lnTo>
                <a:lnTo>
                  <a:pt x="958931" y="313963"/>
                </a:lnTo>
                <a:lnTo>
                  <a:pt x="940270" y="272510"/>
                </a:lnTo>
                <a:lnTo>
                  <a:pt x="918032" y="233179"/>
                </a:lnTo>
                <a:lnTo>
                  <a:pt x="892425" y="196176"/>
                </a:lnTo>
                <a:lnTo>
                  <a:pt x="863657" y="161710"/>
                </a:lnTo>
                <a:lnTo>
                  <a:pt x="831937" y="129990"/>
                </a:lnTo>
                <a:lnTo>
                  <a:pt x="797471" y="101222"/>
                </a:lnTo>
                <a:lnTo>
                  <a:pt x="760468" y="75615"/>
                </a:lnTo>
                <a:lnTo>
                  <a:pt x="721137" y="53377"/>
                </a:lnTo>
                <a:lnTo>
                  <a:pt x="679684" y="34716"/>
                </a:lnTo>
                <a:lnTo>
                  <a:pt x="636318" y="19839"/>
                </a:lnTo>
                <a:lnTo>
                  <a:pt x="591248" y="8956"/>
                </a:lnTo>
                <a:lnTo>
                  <a:pt x="544680" y="2273"/>
                </a:lnTo>
                <a:lnTo>
                  <a:pt x="496823" y="0"/>
                </a:lnTo>
                <a:close/>
              </a:path>
            </a:pathLst>
          </a:custGeom>
          <a:solidFill>
            <a:srgbClr val="FC611F"/>
          </a:solidFill>
        </p:spPr>
        <p:txBody>
          <a:bodyPr wrap="square" lIns="0" tIns="0" rIns="0" bIns="0" rtlCol="0"/>
          <a:lstStyle/>
          <a:p>
            <a:endParaRPr/>
          </a:p>
        </p:txBody>
      </p:sp>
      <p:sp>
        <p:nvSpPr>
          <p:cNvPr id="3" name="object 3"/>
          <p:cNvSpPr txBox="1"/>
          <p:nvPr/>
        </p:nvSpPr>
        <p:spPr>
          <a:xfrm>
            <a:off x="1108659" y="5549010"/>
            <a:ext cx="246379" cy="435609"/>
          </a:xfrm>
          <a:prstGeom prst="rect">
            <a:avLst/>
          </a:prstGeom>
        </p:spPr>
        <p:txBody>
          <a:bodyPr vert="horz" wrap="square" lIns="0" tIns="17145" rIns="0" bIns="0" rtlCol="0">
            <a:spAutoFit/>
          </a:bodyPr>
          <a:lstStyle/>
          <a:p>
            <a:pPr marL="12700">
              <a:lnSpc>
                <a:spcPct val="100000"/>
              </a:lnSpc>
              <a:spcBef>
                <a:spcPts val="135"/>
              </a:spcBef>
            </a:pPr>
            <a:r>
              <a:rPr sz="2650" spc="225" dirty="0">
                <a:solidFill>
                  <a:srgbClr val="FFFDFD"/>
                </a:solidFill>
                <a:latin typeface="Tahoma"/>
                <a:cs typeface="Tahoma"/>
              </a:rPr>
              <a:t>6</a:t>
            </a:r>
            <a:endParaRPr sz="2650">
              <a:latin typeface="Tahoma"/>
              <a:cs typeface="Tahoma"/>
            </a:endParaRPr>
          </a:p>
        </p:txBody>
      </p:sp>
      <p:sp>
        <p:nvSpPr>
          <p:cNvPr id="4" name="object 4"/>
          <p:cNvSpPr/>
          <p:nvPr/>
        </p:nvSpPr>
        <p:spPr>
          <a:xfrm>
            <a:off x="979932" y="3317747"/>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5" name="object 5"/>
          <p:cNvSpPr/>
          <p:nvPr/>
        </p:nvSpPr>
        <p:spPr>
          <a:xfrm>
            <a:off x="979932" y="1982723"/>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3"/>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6" name="object 6"/>
          <p:cNvSpPr/>
          <p:nvPr/>
        </p:nvSpPr>
        <p:spPr>
          <a:xfrm>
            <a:off x="979932" y="3985259"/>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7" name="object 7"/>
          <p:cNvSpPr/>
          <p:nvPr/>
        </p:nvSpPr>
        <p:spPr>
          <a:xfrm>
            <a:off x="979932" y="2650235"/>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4"/>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8" name="object 8"/>
          <p:cNvSpPr/>
          <p:nvPr/>
        </p:nvSpPr>
        <p:spPr>
          <a:xfrm>
            <a:off x="979932" y="6426708"/>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7"/>
                </a:lnTo>
                <a:lnTo>
                  <a:pt x="15826" y="177624"/>
                </a:lnTo>
                <a:lnTo>
                  <a:pt x="4075" y="223770"/>
                </a:lnTo>
                <a:lnTo>
                  <a:pt x="0" y="272795"/>
                </a:lnTo>
                <a:lnTo>
                  <a:pt x="4075" y="321821"/>
                </a:lnTo>
                <a:lnTo>
                  <a:pt x="15826" y="367967"/>
                </a:lnTo>
                <a:lnTo>
                  <a:pt x="34538" y="410463"/>
                </a:lnTo>
                <a:lnTo>
                  <a:pt x="59496" y="448538"/>
                </a:lnTo>
                <a:lnTo>
                  <a:pt x="89987" y="481420"/>
                </a:lnTo>
                <a:lnTo>
                  <a:pt x="125295" y="508338"/>
                </a:lnTo>
                <a:lnTo>
                  <a:pt x="164707" y="528520"/>
                </a:lnTo>
                <a:lnTo>
                  <a:pt x="207508" y="541195"/>
                </a:lnTo>
                <a:lnTo>
                  <a:pt x="252984" y="545591"/>
                </a:lnTo>
                <a:lnTo>
                  <a:pt x="298453" y="541195"/>
                </a:lnTo>
                <a:lnTo>
                  <a:pt x="341250" y="528520"/>
                </a:lnTo>
                <a:lnTo>
                  <a:pt x="380661" y="508338"/>
                </a:lnTo>
                <a:lnTo>
                  <a:pt x="415970" y="481420"/>
                </a:lnTo>
                <a:lnTo>
                  <a:pt x="446463" y="448538"/>
                </a:lnTo>
                <a:lnTo>
                  <a:pt x="471423" y="410464"/>
                </a:lnTo>
                <a:lnTo>
                  <a:pt x="490138" y="367967"/>
                </a:lnTo>
                <a:lnTo>
                  <a:pt x="501891" y="321821"/>
                </a:lnTo>
                <a:lnTo>
                  <a:pt x="505968" y="272795"/>
                </a:lnTo>
                <a:lnTo>
                  <a:pt x="501891" y="223770"/>
                </a:lnTo>
                <a:lnTo>
                  <a:pt x="490138" y="177624"/>
                </a:lnTo>
                <a:lnTo>
                  <a:pt x="471424" y="135127"/>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9" name="object 9"/>
          <p:cNvSpPr/>
          <p:nvPr/>
        </p:nvSpPr>
        <p:spPr>
          <a:xfrm>
            <a:off x="979932" y="4652771"/>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0" name="object 10"/>
          <p:cNvSpPr txBox="1"/>
          <p:nvPr/>
        </p:nvSpPr>
        <p:spPr>
          <a:xfrm>
            <a:off x="1146149" y="2093213"/>
            <a:ext cx="170815" cy="2954655"/>
          </a:xfrm>
          <a:prstGeom prst="rect">
            <a:avLst/>
          </a:prstGeom>
        </p:spPr>
        <p:txBody>
          <a:bodyPr vert="horz" wrap="square" lIns="0" tIns="12700" rIns="0" bIns="0" rtlCol="0">
            <a:spAutoFit/>
          </a:bodyPr>
          <a:lstStyle/>
          <a:p>
            <a:pPr marL="45720">
              <a:lnSpc>
                <a:spcPct val="100000"/>
              </a:lnSpc>
              <a:spcBef>
                <a:spcPts val="100"/>
              </a:spcBef>
            </a:pPr>
            <a:r>
              <a:rPr sz="1700" spc="-375" dirty="0">
                <a:solidFill>
                  <a:srgbClr val="181818"/>
                </a:solidFill>
                <a:latin typeface="Tahoma"/>
                <a:cs typeface="Tahoma"/>
              </a:rPr>
              <a:t>1</a:t>
            </a:r>
            <a:endParaRPr sz="1700">
              <a:latin typeface="Tahoma"/>
              <a:cs typeface="Tahoma"/>
            </a:endParaRPr>
          </a:p>
          <a:p>
            <a:pPr>
              <a:lnSpc>
                <a:spcPct val="100000"/>
              </a:lnSpc>
              <a:spcBef>
                <a:spcPts val="1155"/>
              </a:spcBef>
            </a:pPr>
            <a:endParaRPr sz="1700">
              <a:latin typeface="Tahoma"/>
              <a:cs typeface="Tahoma"/>
            </a:endParaRPr>
          </a:p>
          <a:p>
            <a:pPr marL="18415">
              <a:lnSpc>
                <a:spcPct val="100000"/>
              </a:lnSpc>
            </a:pPr>
            <a:r>
              <a:rPr sz="1700" spc="40" dirty="0">
                <a:solidFill>
                  <a:srgbClr val="181818"/>
                </a:solidFill>
                <a:latin typeface="Tahoma"/>
                <a:cs typeface="Tahoma"/>
              </a:rPr>
              <a:t>2</a:t>
            </a:r>
            <a:endParaRPr sz="1700">
              <a:latin typeface="Tahoma"/>
              <a:cs typeface="Tahoma"/>
            </a:endParaRPr>
          </a:p>
          <a:p>
            <a:pPr>
              <a:lnSpc>
                <a:spcPct val="100000"/>
              </a:lnSpc>
              <a:spcBef>
                <a:spcPts val="1165"/>
              </a:spcBef>
            </a:pPr>
            <a:endParaRPr sz="1700">
              <a:latin typeface="Tahoma"/>
              <a:cs typeface="Tahoma"/>
            </a:endParaRPr>
          </a:p>
          <a:p>
            <a:pPr marL="18415">
              <a:lnSpc>
                <a:spcPct val="100000"/>
              </a:lnSpc>
            </a:pPr>
            <a:r>
              <a:rPr sz="1700" spc="60" dirty="0">
                <a:solidFill>
                  <a:srgbClr val="181818"/>
                </a:solidFill>
                <a:latin typeface="Tahoma"/>
                <a:cs typeface="Tahoma"/>
              </a:rPr>
              <a:t>3</a:t>
            </a:r>
            <a:endParaRPr sz="1700">
              <a:latin typeface="Tahoma"/>
              <a:cs typeface="Tahoma"/>
            </a:endParaRPr>
          </a:p>
          <a:p>
            <a:pPr>
              <a:lnSpc>
                <a:spcPct val="100000"/>
              </a:lnSpc>
              <a:spcBef>
                <a:spcPts val="1165"/>
              </a:spcBef>
            </a:pPr>
            <a:endParaRPr sz="1700">
              <a:latin typeface="Tahoma"/>
              <a:cs typeface="Tahoma"/>
            </a:endParaRPr>
          </a:p>
          <a:p>
            <a:pPr marL="12700">
              <a:lnSpc>
                <a:spcPct val="100000"/>
              </a:lnSpc>
            </a:pPr>
            <a:r>
              <a:rPr sz="1700" spc="160" dirty="0">
                <a:solidFill>
                  <a:srgbClr val="181818"/>
                </a:solidFill>
                <a:latin typeface="Tahoma"/>
                <a:cs typeface="Tahoma"/>
              </a:rPr>
              <a:t>4</a:t>
            </a:r>
            <a:endParaRPr sz="1700">
              <a:latin typeface="Tahoma"/>
              <a:cs typeface="Tahoma"/>
            </a:endParaRPr>
          </a:p>
          <a:p>
            <a:pPr>
              <a:lnSpc>
                <a:spcPct val="100000"/>
              </a:lnSpc>
              <a:spcBef>
                <a:spcPts val="1170"/>
              </a:spcBef>
            </a:pPr>
            <a:endParaRPr sz="1700">
              <a:latin typeface="Tahoma"/>
              <a:cs typeface="Tahoma"/>
            </a:endParaRPr>
          </a:p>
          <a:p>
            <a:pPr marL="18415">
              <a:lnSpc>
                <a:spcPct val="100000"/>
              </a:lnSpc>
            </a:pPr>
            <a:r>
              <a:rPr sz="1700" spc="60" dirty="0">
                <a:solidFill>
                  <a:srgbClr val="181818"/>
                </a:solidFill>
                <a:latin typeface="Tahoma"/>
                <a:cs typeface="Tahoma"/>
              </a:rPr>
              <a:t>5</a:t>
            </a:r>
            <a:endParaRPr sz="1700">
              <a:latin typeface="Tahoma"/>
              <a:cs typeface="Tahoma"/>
            </a:endParaRPr>
          </a:p>
        </p:txBody>
      </p:sp>
      <p:sp>
        <p:nvSpPr>
          <p:cNvPr id="11" name="object 11"/>
          <p:cNvSpPr/>
          <p:nvPr/>
        </p:nvSpPr>
        <p:spPr>
          <a:xfrm>
            <a:off x="979932" y="7094219"/>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5"/>
                </a:lnTo>
                <a:lnTo>
                  <a:pt x="4075" y="321821"/>
                </a:lnTo>
                <a:lnTo>
                  <a:pt x="15826" y="367967"/>
                </a:lnTo>
                <a:lnTo>
                  <a:pt x="34538" y="410463"/>
                </a:lnTo>
                <a:lnTo>
                  <a:pt x="59496" y="448538"/>
                </a:lnTo>
                <a:lnTo>
                  <a:pt x="89987" y="481420"/>
                </a:lnTo>
                <a:lnTo>
                  <a:pt x="125295" y="508338"/>
                </a:lnTo>
                <a:lnTo>
                  <a:pt x="164707" y="528520"/>
                </a:lnTo>
                <a:lnTo>
                  <a:pt x="207508" y="541195"/>
                </a:lnTo>
                <a:lnTo>
                  <a:pt x="252984" y="545591"/>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5"/>
                </a:lnTo>
                <a:lnTo>
                  <a:pt x="501891" y="223770"/>
                </a:lnTo>
                <a:lnTo>
                  <a:pt x="490138" y="177624"/>
                </a:lnTo>
                <a:lnTo>
                  <a:pt x="471424" y="135127"/>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12" name="object 12"/>
          <p:cNvSpPr/>
          <p:nvPr/>
        </p:nvSpPr>
        <p:spPr>
          <a:xfrm>
            <a:off x="979932" y="7761731"/>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4"/>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1149197" y="6537146"/>
            <a:ext cx="165735" cy="1621155"/>
          </a:xfrm>
          <a:prstGeom prst="rect">
            <a:avLst/>
          </a:prstGeom>
        </p:spPr>
        <p:txBody>
          <a:bodyPr vert="horz" wrap="square" lIns="0" tIns="13335" rIns="0" bIns="0" rtlCol="0">
            <a:spAutoFit/>
          </a:bodyPr>
          <a:lstStyle/>
          <a:p>
            <a:pPr marL="18415">
              <a:lnSpc>
                <a:spcPct val="100000"/>
              </a:lnSpc>
              <a:spcBef>
                <a:spcPts val="105"/>
              </a:spcBef>
            </a:pPr>
            <a:r>
              <a:rPr sz="1700" spc="30" dirty="0">
                <a:solidFill>
                  <a:srgbClr val="181818"/>
                </a:solidFill>
                <a:latin typeface="Tahoma"/>
                <a:cs typeface="Tahoma"/>
              </a:rPr>
              <a:t>7</a:t>
            </a:r>
            <a:endParaRPr sz="1700">
              <a:latin typeface="Tahoma"/>
              <a:cs typeface="Tahoma"/>
            </a:endParaRPr>
          </a:p>
          <a:p>
            <a:pPr>
              <a:lnSpc>
                <a:spcPct val="100000"/>
              </a:lnSpc>
              <a:spcBef>
                <a:spcPts val="1165"/>
              </a:spcBef>
            </a:pPr>
            <a:endParaRPr sz="1700">
              <a:latin typeface="Tahoma"/>
              <a:cs typeface="Tahoma"/>
            </a:endParaRPr>
          </a:p>
          <a:p>
            <a:pPr marL="12700">
              <a:lnSpc>
                <a:spcPct val="100000"/>
              </a:lnSpc>
            </a:pPr>
            <a:r>
              <a:rPr sz="1700" spc="95" dirty="0">
                <a:solidFill>
                  <a:srgbClr val="181818"/>
                </a:solidFill>
                <a:latin typeface="Tahoma"/>
                <a:cs typeface="Tahoma"/>
              </a:rPr>
              <a:t>8</a:t>
            </a:r>
            <a:endParaRPr sz="1700">
              <a:latin typeface="Tahoma"/>
              <a:cs typeface="Tahoma"/>
            </a:endParaRPr>
          </a:p>
          <a:p>
            <a:pPr>
              <a:lnSpc>
                <a:spcPct val="100000"/>
              </a:lnSpc>
              <a:spcBef>
                <a:spcPts val="1165"/>
              </a:spcBef>
            </a:pPr>
            <a:endParaRPr sz="1700">
              <a:latin typeface="Tahoma"/>
              <a:cs typeface="Tahoma"/>
            </a:endParaRPr>
          </a:p>
          <a:p>
            <a:pPr marL="12700">
              <a:lnSpc>
                <a:spcPct val="100000"/>
              </a:lnSpc>
              <a:spcBef>
                <a:spcPts val="5"/>
              </a:spcBef>
            </a:pPr>
            <a:r>
              <a:rPr sz="1700" spc="125" dirty="0">
                <a:solidFill>
                  <a:srgbClr val="181818"/>
                </a:solidFill>
                <a:latin typeface="Tahoma"/>
                <a:cs typeface="Tahoma"/>
              </a:rPr>
              <a:t>9</a:t>
            </a:r>
            <a:endParaRPr sz="1700">
              <a:latin typeface="Tahoma"/>
              <a:cs typeface="Tahoma"/>
            </a:endParaRPr>
          </a:p>
        </p:txBody>
      </p:sp>
      <p:grpSp>
        <p:nvGrpSpPr>
          <p:cNvPr id="14" name="object 14"/>
          <p:cNvGrpSpPr/>
          <p:nvPr/>
        </p:nvGrpSpPr>
        <p:grpSpPr>
          <a:xfrm>
            <a:off x="16312895" y="911352"/>
            <a:ext cx="948055" cy="234950"/>
            <a:chOff x="16312895" y="911352"/>
            <a:chExt cx="948055" cy="234950"/>
          </a:xfrm>
        </p:grpSpPr>
        <p:pic>
          <p:nvPicPr>
            <p:cNvPr id="15" name="object 15"/>
            <p:cNvPicPr/>
            <p:nvPr/>
          </p:nvPicPr>
          <p:blipFill>
            <a:blip r:embed="rId2" cstate="print"/>
            <a:stretch>
              <a:fillRect/>
            </a:stretch>
          </p:blipFill>
          <p:spPr>
            <a:xfrm>
              <a:off x="16334231" y="932688"/>
              <a:ext cx="487425" cy="48768"/>
            </a:xfrm>
            <a:prstGeom prst="rect">
              <a:avLst/>
            </a:prstGeom>
          </p:spPr>
        </p:pic>
        <p:sp>
          <p:nvSpPr>
            <p:cNvPr id="16" name="object 16"/>
            <p:cNvSpPr/>
            <p:nvPr/>
          </p:nvSpPr>
          <p:spPr>
            <a:xfrm>
              <a:off x="16314419" y="912876"/>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17" name="object 17"/>
          <p:cNvSpPr txBox="1">
            <a:spLocks noGrp="1"/>
          </p:cNvSpPr>
          <p:nvPr>
            <p:ph type="title"/>
          </p:nvPr>
        </p:nvSpPr>
        <p:spPr>
          <a:prstGeom prst="rect">
            <a:avLst/>
          </a:prstGeom>
        </p:spPr>
        <p:txBody>
          <a:bodyPr vert="horz" wrap="square" lIns="0" tIns="12700" rIns="0" bIns="0" rtlCol="0">
            <a:spAutoFit/>
          </a:bodyPr>
          <a:lstStyle/>
          <a:p>
            <a:pPr marL="3653790">
              <a:lnSpc>
                <a:spcPct val="100000"/>
              </a:lnSpc>
              <a:spcBef>
                <a:spcPts val="100"/>
              </a:spcBef>
            </a:pPr>
            <a:r>
              <a:rPr spc="-10" dirty="0"/>
              <a:t>WORKFLOW</a:t>
            </a:r>
          </a:p>
        </p:txBody>
      </p:sp>
      <p:pic>
        <p:nvPicPr>
          <p:cNvPr id="20" name="Picture 19">
            <a:extLst>
              <a:ext uri="{FF2B5EF4-FFF2-40B4-BE49-F238E27FC236}">
                <a16:creationId xmlns:a16="http://schemas.microsoft.com/office/drawing/2014/main" id="{9DC4748F-5B5C-5E87-17CA-C84263DCF2C4}"/>
              </a:ext>
            </a:extLst>
          </p:cNvPr>
          <p:cNvPicPr>
            <a:picLocks noChangeAspect="1"/>
          </p:cNvPicPr>
          <p:nvPr/>
        </p:nvPicPr>
        <p:blipFill>
          <a:blip r:embed="rId3"/>
          <a:stretch>
            <a:fillRect/>
          </a:stretch>
        </p:blipFill>
        <p:spPr>
          <a:xfrm>
            <a:off x="1894560" y="1396110"/>
            <a:ext cx="16306800" cy="830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4568" y="5977128"/>
            <a:ext cx="993775" cy="993775"/>
          </a:xfrm>
          <a:custGeom>
            <a:avLst/>
            <a:gdLst/>
            <a:ahLst/>
            <a:cxnLst/>
            <a:rect l="l" t="t" r="r" b="b"/>
            <a:pathLst>
              <a:path w="993775" h="993775">
                <a:moveTo>
                  <a:pt x="496823" y="0"/>
                </a:moveTo>
                <a:lnTo>
                  <a:pt x="448977" y="2273"/>
                </a:lnTo>
                <a:lnTo>
                  <a:pt x="402417" y="8956"/>
                </a:lnTo>
                <a:lnTo>
                  <a:pt x="357351" y="19839"/>
                </a:lnTo>
                <a:lnTo>
                  <a:pt x="313989" y="34716"/>
                </a:lnTo>
                <a:lnTo>
                  <a:pt x="272538" y="53377"/>
                </a:lnTo>
                <a:lnTo>
                  <a:pt x="233207" y="75615"/>
                </a:lnTo>
                <a:lnTo>
                  <a:pt x="196203" y="101222"/>
                </a:lnTo>
                <a:lnTo>
                  <a:pt x="161736" y="129990"/>
                </a:lnTo>
                <a:lnTo>
                  <a:pt x="130012" y="161710"/>
                </a:lnTo>
                <a:lnTo>
                  <a:pt x="101241" y="196176"/>
                </a:lnTo>
                <a:lnTo>
                  <a:pt x="75630" y="233179"/>
                </a:lnTo>
                <a:lnTo>
                  <a:pt x="53388" y="272510"/>
                </a:lnTo>
                <a:lnTo>
                  <a:pt x="34724" y="313963"/>
                </a:lnTo>
                <a:lnTo>
                  <a:pt x="19844" y="357329"/>
                </a:lnTo>
                <a:lnTo>
                  <a:pt x="8958" y="402399"/>
                </a:lnTo>
                <a:lnTo>
                  <a:pt x="2274" y="448967"/>
                </a:lnTo>
                <a:lnTo>
                  <a:pt x="0" y="496824"/>
                </a:lnTo>
                <a:lnTo>
                  <a:pt x="2274" y="544680"/>
                </a:lnTo>
                <a:lnTo>
                  <a:pt x="8958" y="591248"/>
                </a:lnTo>
                <a:lnTo>
                  <a:pt x="19844" y="636318"/>
                </a:lnTo>
                <a:lnTo>
                  <a:pt x="34724" y="679684"/>
                </a:lnTo>
                <a:lnTo>
                  <a:pt x="53388" y="721137"/>
                </a:lnTo>
                <a:lnTo>
                  <a:pt x="75630" y="760468"/>
                </a:lnTo>
                <a:lnTo>
                  <a:pt x="101241" y="797471"/>
                </a:lnTo>
                <a:lnTo>
                  <a:pt x="130012" y="831937"/>
                </a:lnTo>
                <a:lnTo>
                  <a:pt x="161736" y="863657"/>
                </a:lnTo>
                <a:lnTo>
                  <a:pt x="196203" y="892425"/>
                </a:lnTo>
                <a:lnTo>
                  <a:pt x="233207" y="918032"/>
                </a:lnTo>
                <a:lnTo>
                  <a:pt x="272538" y="940270"/>
                </a:lnTo>
                <a:lnTo>
                  <a:pt x="313989" y="958931"/>
                </a:lnTo>
                <a:lnTo>
                  <a:pt x="357351" y="973808"/>
                </a:lnTo>
                <a:lnTo>
                  <a:pt x="402417" y="984691"/>
                </a:lnTo>
                <a:lnTo>
                  <a:pt x="448977" y="991374"/>
                </a:lnTo>
                <a:lnTo>
                  <a:pt x="496823" y="993648"/>
                </a:lnTo>
                <a:lnTo>
                  <a:pt x="544680" y="991374"/>
                </a:lnTo>
                <a:lnTo>
                  <a:pt x="591248" y="984691"/>
                </a:lnTo>
                <a:lnTo>
                  <a:pt x="636318" y="973808"/>
                </a:lnTo>
                <a:lnTo>
                  <a:pt x="679684" y="958931"/>
                </a:lnTo>
                <a:lnTo>
                  <a:pt x="721137" y="940270"/>
                </a:lnTo>
                <a:lnTo>
                  <a:pt x="760468" y="918032"/>
                </a:lnTo>
                <a:lnTo>
                  <a:pt x="797471" y="892425"/>
                </a:lnTo>
                <a:lnTo>
                  <a:pt x="831937" y="863657"/>
                </a:lnTo>
                <a:lnTo>
                  <a:pt x="863657" y="831937"/>
                </a:lnTo>
                <a:lnTo>
                  <a:pt x="892425" y="797471"/>
                </a:lnTo>
                <a:lnTo>
                  <a:pt x="918032" y="760468"/>
                </a:lnTo>
                <a:lnTo>
                  <a:pt x="940270" y="721137"/>
                </a:lnTo>
                <a:lnTo>
                  <a:pt x="958931" y="679684"/>
                </a:lnTo>
                <a:lnTo>
                  <a:pt x="973808" y="636318"/>
                </a:lnTo>
                <a:lnTo>
                  <a:pt x="984691" y="591248"/>
                </a:lnTo>
                <a:lnTo>
                  <a:pt x="991374" y="544680"/>
                </a:lnTo>
                <a:lnTo>
                  <a:pt x="993648" y="496824"/>
                </a:lnTo>
                <a:lnTo>
                  <a:pt x="991374" y="448967"/>
                </a:lnTo>
                <a:lnTo>
                  <a:pt x="984691" y="402399"/>
                </a:lnTo>
                <a:lnTo>
                  <a:pt x="973808" y="357329"/>
                </a:lnTo>
                <a:lnTo>
                  <a:pt x="958931" y="313963"/>
                </a:lnTo>
                <a:lnTo>
                  <a:pt x="940270" y="272510"/>
                </a:lnTo>
                <a:lnTo>
                  <a:pt x="918032" y="233179"/>
                </a:lnTo>
                <a:lnTo>
                  <a:pt x="892425" y="196176"/>
                </a:lnTo>
                <a:lnTo>
                  <a:pt x="863657" y="161710"/>
                </a:lnTo>
                <a:lnTo>
                  <a:pt x="831937" y="129990"/>
                </a:lnTo>
                <a:lnTo>
                  <a:pt x="797471" y="101222"/>
                </a:lnTo>
                <a:lnTo>
                  <a:pt x="760468" y="75615"/>
                </a:lnTo>
                <a:lnTo>
                  <a:pt x="721137" y="53377"/>
                </a:lnTo>
                <a:lnTo>
                  <a:pt x="679684" y="34716"/>
                </a:lnTo>
                <a:lnTo>
                  <a:pt x="636318" y="19839"/>
                </a:lnTo>
                <a:lnTo>
                  <a:pt x="591248" y="8956"/>
                </a:lnTo>
                <a:lnTo>
                  <a:pt x="544680" y="2273"/>
                </a:lnTo>
                <a:lnTo>
                  <a:pt x="496823" y="0"/>
                </a:lnTo>
                <a:close/>
              </a:path>
            </a:pathLst>
          </a:custGeom>
          <a:solidFill>
            <a:srgbClr val="FC611F"/>
          </a:solidFill>
        </p:spPr>
        <p:txBody>
          <a:bodyPr wrap="square" lIns="0" tIns="0" rIns="0" bIns="0" rtlCol="0"/>
          <a:lstStyle/>
          <a:p>
            <a:endParaRPr/>
          </a:p>
        </p:txBody>
      </p:sp>
      <p:sp>
        <p:nvSpPr>
          <p:cNvPr id="3" name="object 3"/>
          <p:cNvSpPr txBox="1"/>
          <p:nvPr/>
        </p:nvSpPr>
        <p:spPr>
          <a:xfrm>
            <a:off x="1117498" y="6207074"/>
            <a:ext cx="229235" cy="435609"/>
          </a:xfrm>
          <a:prstGeom prst="rect">
            <a:avLst/>
          </a:prstGeom>
        </p:spPr>
        <p:txBody>
          <a:bodyPr vert="horz" wrap="square" lIns="0" tIns="11430" rIns="0" bIns="0" rtlCol="0">
            <a:spAutoFit/>
          </a:bodyPr>
          <a:lstStyle/>
          <a:p>
            <a:pPr marL="12700">
              <a:lnSpc>
                <a:spcPct val="100000"/>
              </a:lnSpc>
              <a:spcBef>
                <a:spcPts val="90"/>
              </a:spcBef>
            </a:pPr>
            <a:r>
              <a:rPr sz="2700" spc="65" dirty="0">
                <a:solidFill>
                  <a:srgbClr val="FFFDFD"/>
                </a:solidFill>
                <a:latin typeface="Tahoma"/>
                <a:cs typeface="Tahoma"/>
              </a:rPr>
              <a:t>7</a:t>
            </a:r>
            <a:endParaRPr sz="2700">
              <a:latin typeface="Tahoma"/>
              <a:cs typeface="Tahoma"/>
            </a:endParaRPr>
          </a:p>
        </p:txBody>
      </p:sp>
      <p:sp>
        <p:nvSpPr>
          <p:cNvPr id="4" name="object 4"/>
          <p:cNvSpPr/>
          <p:nvPr/>
        </p:nvSpPr>
        <p:spPr>
          <a:xfrm>
            <a:off x="979932" y="3317747"/>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52245" y="3426967"/>
            <a:ext cx="158115" cy="285115"/>
          </a:xfrm>
          <a:prstGeom prst="rect">
            <a:avLst/>
          </a:prstGeom>
        </p:spPr>
        <p:txBody>
          <a:bodyPr vert="horz" wrap="square" lIns="0" tIns="12700" rIns="0" bIns="0" rtlCol="0">
            <a:spAutoFit/>
          </a:bodyPr>
          <a:lstStyle/>
          <a:p>
            <a:pPr marL="12700">
              <a:lnSpc>
                <a:spcPct val="100000"/>
              </a:lnSpc>
              <a:spcBef>
                <a:spcPts val="100"/>
              </a:spcBef>
            </a:pPr>
            <a:r>
              <a:rPr sz="1700" spc="60" dirty="0">
                <a:solidFill>
                  <a:srgbClr val="181818"/>
                </a:solidFill>
                <a:latin typeface="Tahoma"/>
                <a:cs typeface="Tahoma"/>
              </a:rPr>
              <a:t>3</a:t>
            </a:r>
            <a:endParaRPr sz="1700">
              <a:latin typeface="Tahoma"/>
              <a:cs typeface="Tahoma"/>
            </a:endParaRPr>
          </a:p>
        </p:txBody>
      </p:sp>
      <p:sp>
        <p:nvSpPr>
          <p:cNvPr id="6" name="object 6"/>
          <p:cNvSpPr/>
          <p:nvPr/>
        </p:nvSpPr>
        <p:spPr>
          <a:xfrm>
            <a:off x="979932" y="1982723"/>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3"/>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7" name="object 7"/>
          <p:cNvSpPr txBox="1"/>
          <p:nvPr/>
        </p:nvSpPr>
        <p:spPr>
          <a:xfrm>
            <a:off x="1179677" y="209321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8" name="object 8"/>
          <p:cNvSpPr/>
          <p:nvPr/>
        </p:nvSpPr>
        <p:spPr>
          <a:xfrm>
            <a:off x="979932" y="3985259"/>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46149" y="4094733"/>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10" name="object 10"/>
          <p:cNvSpPr/>
          <p:nvPr/>
        </p:nvSpPr>
        <p:spPr>
          <a:xfrm>
            <a:off x="979932" y="2650235"/>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4"/>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1" name="object 11"/>
          <p:cNvSpPr txBox="1"/>
          <p:nvPr/>
        </p:nvSpPr>
        <p:spPr>
          <a:xfrm>
            <a:off x="1152245" y="2759201"/>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2" name="object 12"/>
          <p:cNvSpPr/>
          <p:nvPr/>
        </p:nvSpPr>
        <p:spPr>
          <a:xfrm>
            <a:off x="979932" y="5320284"/>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1149197" y="5430392"/>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4" name="object 14"/>
          <p:cNvSpPr/>
          <p:nvPr/>
        </p:nvSpPr>
        <p:spPr>
          <a:xfrm>
            <a:off x="979932" y="4652771"/>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5" name="object 15"/>
          <p:cNvSpPr txBox="1"/>
          <p:nvPr/>
        </p:nvSpPr>
        <p:spPr>
          <a:xfrm>
            <a:off x="1152245" y="4762626"/>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6" name="object 16"/>
          <p:cNvSpPr/>
          <p:nvPr/>
        </p:nvSpPr>
        <p:spPr>
          <a:xfrm>
            <a:off x="979932" y="7094219"/>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5"/>
                </a:lnTo>
                <a:lnTo>
                  <a:pt x="4075" y="321821"/>
                </a:lnTo>
                <a:lnTo>
                  <a:pt x="15826" y="367967"/>
                </a:lnTo>
                <a:lnTo>
                  <a:pt x="34538" y="410463"/>
                </a:lnTo>
                <a:lnTo>
                  <a:pt x="59496" y="448538"/>
                </a:lnTo>
                <a:lnTo>
                  <a:pt x="89987" y="481420"/>
                </a:lnTo>
                <a:lnTo>
                  <a:pt x="125295" y="508338"/>
                </a:lnTo>
                <a:lnTo>
                  <a:pt x="164707" y="528520"/>
                </a:lnTo>
                <a:lnTo>
                  <a:pt x="207508" y="541195"/>
                </a:lnTo>
                <a:lnTo>
                  <a:pt x="252984" y="545591"/>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5"/>
                </a:lnTo>
                <a:lnTo>
                  <a:pt x="501891" y="223770"/>
                </a:lnTo>
                <a:lnTo>
                  <a:pt x="490138" y="177624"/>
                </a:lnTo>
                <a:lnTo>
                  <a:pt x="471424" y="135127"/>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17" name="object 17"/>
          <p:cNvSpPr txBox="1"/>
          <p:nvPr/>
        </p:nvSpPr>
        <p:spPr>
          <a:xfrm>
            <a:off x="1149197" y="7204912"/>
            <a:ext cx="161925" cy="285750"/>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sp>
        <p:nvSpPr>
          <p:cNvPr id="18" name="object 18"/>
          <p:cNvSpPr/>
          <p:nvPr/>
        </p:nvSpPr>
        <p:spPr>
          <a:xfrm>
            <a:off x="979932" y="7761731"/>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4"/>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19" name="object 19"/>
          <p:cNvSpPr txBox="1"/>
          <p:nvPr/>
        </p:nvSpPr>
        <p:spPr>
          <a:xfrm>
            <a:off x="1149197" y="7872806"/>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9</a:t>
            </a:r>
            <a:endParaRPr sz="1700">
              <a:latin typeface="Tahoma"/>
              <a:cs typeface="Tahoma"/>
            </a:endParaRPr>
          </a:p>
        </p:txBody>
      </p:sp>
      <p:grpSp>
        <p:nvGrpSpPr>
          <p:cNvPr id="20" name="object 20"/>
          <p:cNvGrpSpPr/>
          <p:nvPr/>
        </p:nvGrpSpPr>
        <p:grpSpPr>
          <a:xfrm>
            <a:off x="16312895" y="911352"/>
            <a:ext cx="948055" cy="234950"/>
            <a:chOff x="16312895" y="911352"/>
            <a:chExt cx="948055" cy="234950"/>
          </a:xfrm>
        </p:grpSpPr>
        <p:pic>
          <p:nvPicPr>
            <p:cNvPr id="21" name="object 21"/>
            <p:cNvPicPr/>
            <p:nvPr/>
          </p:nvPicPr>
          <p:blipFill>
            <a:blip r:embed="rId2" cstate="print"/>
            <a:stretch>
              <a:fillRect/>
            </a:stretch>
          </p:blipFill>
          <p:spPr>
            <a:xfrm>
              <a:off x="16334231" y="932688"/>
              <a:ext cx="487425" cy="48768"/>
            </a:xfrm>
            <a:prstGeom prst="rect">
              <a:avLst/>
            </a:prstGeom>
          </p:spPr>
        </p:pic>
        <p:sp>
          <p:nvSpPr>
            <p:cNvPr id="22" name="object 22"/>
            <p:cNvSpPr/>
            <p:nvPr/>
          </p:nvSpPr>
          <p:spPr>
            <a:xfrm>
              <a:off x="16314419" y="912876"/>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23" name="object 23"/>
          <p:cNvSpPr txBox="1">
            <a:spLocks noGrp="1"/>
          </p:cNvSpPr>
          <p:nvPr>
            <p:ph type="title"/>
          </p:nvPr>
        </p:nvSpPr>
        <p:spPr>
          <a:prstGeom prst="rect">
            <a:avLst/>
          </a:prstGeom>
        </p:spPr>
        <p:txBody>
          <a:bodyPr vert="horz" wrap="square" lIns="0" tIns="65023" rIns="0" bIns="0" rtlCol="0">
            <a:spAutoFit/>
          </a:bodyPr>
          <a:lstStyle/>
          <a:p>
            <a:pPr marL="2167255">
              <a:lnSpc>
                <a:spcPct val="100000"/>
              </a:lnSpc>
              <a:spcBef>
                <a:spcPts val="100"/>
              </a:spcBef>
            </a:pPr>
            <a:r>
              <a:rPr dirty="0"/>
              <a:t>TECHNOLOGIES</a:t>
            </a:r>
            <a:r>
              <a:rPr spc="-70" dirty="0"/>
              <a:t> </a:t>
            </a:r>
            <a:r>
              <a:rPr spc="-20" dirty="0"/>
              <a:t>USED</a:t>
            </a:r>
          </a:p>
        </p:txBody>
      </p:sp>
      <p:sp>
        <p:nvSpPr>
          <p:cNvPr id="24" name="object 24"/>
          <p:cNvSpPr txBox="1"/>
          <p:nvPr/>
        </p:nvSpPr>
        <p:spPr>
          <a:xfrm>
            <a:off x="2670175" y="1294587"/>
            <a:ext cx="6423660" cy="8014970"/>
          </a:xfrm>
          <a:prstGeom prst="rect">
            <a:avLst/>
          </a:prstGeom>
        </p:spPr>
        <p:txBody>
          <a:bodyPr vert="horz" wrap="square" lIns="0" tIns="12065" rIns="0" bIns="0" rtlCol="0">
            <a:spAutoFit/>
          </a:bodyPr>
          <a:lstStyle/>
          <a:p>
            <a:pPr marL="12700">
              <a:lnSpc>
                <a:spcPct val="100000"/>
              </a:lnSpc>
              <a:spcBef>
                <a:spcPts val="95"/>
              </a:spcBef>
            </a:pPr>
            <a:r>
              <a:rPr sz="3200" b="1" spc="-10" dirty="0">
                <a:latin typeface="Times New Roman"/>
                <a:cs typeface="Times New Roman"/>
              </a:rPr>
              <a:t>Frontend:</a:t>
            </a:r>
            <a:endParaRPr sz="3200">
              <a:latin typeface="Times New Roman"/>
              <a:cs typeface="Times New Roman"/>
            </a:endParaRPr>
          </a:p>
          <a:p>
            <a:pPr marL="356870" indent="-344170">
              <a:lnSpc>
                <a:spcPct val="100000"/>
              </a:lnSpc>
              <a:spcBef>
                <a:spcPts val="15"/>
              </a:spcBef>
              <a:buFont typeface="Wingdings"/>
              <a:buChar char=""/>
              <a:tabLst>
                <a:tab pos="356870" algn="l"/>
              </a:tabLst>
            </a:pPr>
            <a:r>
              <a:rPr sz="2800" dirty="0">
                <a:latin typeface="Times New Roman"/>
                <a:cs typeface="Times New Roman"/>
              </a:rPr>
              <a:t>React</a:t>
            </a:r>
            <a:r>
              <a:rPr sz="2800" spc="-50" dirty="0">
                <a:latin typeface="Times New Roman"/>
                <a:cs typeface="Times New Roman"/>
              </a:rPr>
              <a:t> </a:t>
            </a:r>
            <a:r>
              <a:rPr sz="2800" dirty="0">
                <a:latin typeface="Times New Roman"/>
                <a:cs typeface="Times New Roman"/>
              </a:rPr>
              <a:t>JS</a:t>
            </a:r>
            <a:r>
              <a:rPr sz="2800" spc="-30" dirty="0">
                <a:latin typeface="Times New Roman"/>
                <a:cs typeface="Times New Roman"/>
              </a:rPr>
              <a:t> </a:t>
            </a:r>
            <a:r>
              <a:rPr sz="2800" dirty="0">
                <a:latin typeface="Times New Roman"/>
                <a:cs typeface="Times New Roman"/>
              </a:rPr>
              <a:t>(Functional</a:t>
            </a:r>
            <a:r>
              <a:rPr sz="2800" spc="-90" dirty="0">
                <a:latin typeface="Times New Roman"/>
                <a:cs typeface="Times New Roman"/>
              </a:rPr>
              <a:t> </a:t>
            </a:r>
            <a:r>
              <a:rPr sz="2800" spc="-10" dirty="0">
                <a:latin typeface="Times New Roman"/>
                <a:cs typeface="Times New Roman"/>
              </a:rPr>
              <a:t>Components)</a:t>
            </a:r>
            <a:endParaRPr sz="2800">
              <a:latin typeface="Times New Roman"/>
              <a:cs typeface="Times New Roman"/>
            </a:endParaRPr>
          </a:p>
          <a:p>
            <a:pPr marL="356870" indent="-344170">
              <a:lnSpc>
                <a:spcPts val="3354"/>
              </a:lnSpc>
              <a:buFont typeface="Wingdings"/>
              <a:buChar char=""/>
              <a:tabLst>
                <a:tab pos="356870" algn="l"/>
              </a:tabLst>
            </a:pPr>
            <a:r>
              <a:rPr sz="2800" dirty="0">
                <a:latin typeface="Times New Roman"/>
                <a:cs typeface="Times New Roman"/>
              </a:rPr>
              <a:t>JSX</a:t>
            </a:r>
            <a:r>
              <a:rPr sz="2800" spc="-40" dirty="0">
                <a:latin typeface="Times New Roman"/>
                <a:cs typeface="Times New Roman"/>
              </a:rPr>
              <a:t> </a:t>
            </a:r>
            <a:r>
              <a:rPr sz="2800" dirty="0">
                <a:latin typeface="Times New Roman"/>
                <a:cs typeface="Times New Roman"/>
              </a:rPr>
              <a:t>Syntax</a:t>
            </a:r>
            <a:r>
              <a:rPr sz="2800" spc="-30" dirty="0">
                <a:latin typeface="Times New Roman"/>
                <a:cs typeface="Times New Roman"/>
              </a:rPr>
              <a:t> </a:t>
            </a:r>
            <a:r>
              <a:rPr sz="2800" dirty="0">
                <a:latin typeface="Times New Roman"/>
                <a:cs typeface="Times New Roman"/>
              </a:rPr>
              <a:t>&amp;</a:t>
            </a:r>
            <a:r>
              <a:rPr sz="2800" spc="-20" dirty="0">
                <a:latin typeface="Times New Roman"/>
                <a:cs typeface="Times New Roman"/>
              </a:rPr>
              <a:t> </a:t>
            </a:r>
            <a:r>
              <a:rPr sz="2800" dirty="0">
                <a:latin typeface="Times New Roman"/>
                <a:cs typeface="Times New Roman"/>
              </a:rPr>
              <a:t>CSS3</a:t>
            </a:r>
            <a:r>
              <a:rPr sz="2800" spc="-40" dirty="0">
                <a:latin typeface="Times New Roman"/>
                <a:cs typeface="Times New Roman"/>
              </a:rPr>
              <a:t> </a:t>
            </a:r>
            <a:r>
              <a:rPr sz="2800" dirty="0">
                <a:latin typeface="Times New Roman"/>
                <a:cs typeface="Times New Roman"/>
              </a:rPr>
              <a:t>Dark</a:t>
            </a:r>
            <a:r>
              <a:rPr sz="2800" spc="-50" dirty="0">
                <a:latin typeface="Times New Roman"/>
                <a:cs typeface="Times New Roman"/>
              </a:rPr>
              <a:t> </a:t>
            </a:r>
            <a:r>
              <a:rPr sz="2800" spc="-10" dirty="0">
                <a:latin typeface="Times New Roman"/>
                <a:cs typeface="Times New Roman"/>
              </a:rPr>
              <a:t>Theme</a:t>
            </a:r>
            <a:endParaRPr sz="2800">
              <a:latin typeface="Times New Roman"/>
              <a:cs typeface="Times New Roman"/>
            </a:endParaRPr>
          </a:p>
          <a:p>
            <a:pPr marL="12700">
              <a:lnSpc>
                <a:spcPts val="3835"/>
              </a:lnSpc>
            </a:pPr>
            <a:r>
              <a:rPr sz="3200" b="1" dirty="0">
                <a:latin typeface="Times New Roman"/>
                <a:cs typeface="Times New Roman"/>
              </a:rPr>
              <a:t>React</a:t>
            </a:r>
            <a:r>
              <a:rPr sz="3200" b="1" spc="-75" dirty="0">
                <a:latin typeface="Times New Roman"/>
                <a:cs typeface="Times New Roman"/>
              </a:rPr>
              <a:t> </a:t>
            </a:r>
            <a:r>
              <a:rPr sz="3200" b="1" spc="-10" dirty="0">
                <a:latin typeface="Times New Roman"/>
                <a:cs typeface="Times New Roman"/>
              </a:rPr>
              <a:t>Concepts:</a:t>
            </a:r>
            <a:endParaRPr sz="3200">
              <a:latin typeface="Times New Roman"/>
              <a:cs typeface="Times New Roman"/>
            </a:endParaRPr>
          </a:p>
          <a:p>
            <a:pPr marL="356870" indent="-344170">
              <a:lnSpc>
                <a:spcPct val="100000"/>
              </a:lnSpc>
              <a:spcBef>
                <a:spcPts val="15"/>
              </a:spcBef>
              <a:buFont typeface="Wingdings"/>
              <a:buChar char=""/>
              <a:tabLst>
                <a:tab pos="356870" algn="l"/>
              </a:tabLst>
            </a:pPr>
            <a:r>
              <a:rPr sz="2800" dirty="0">
                <a:latin typeface="Times New Roman"/>
                <a:cs typeface="Times New Roman"/>
              </a:rPr>
              <a:t>useState</a:t>
            </a:r>
            <a:r>
              <a:rPr sz="2800" spc="-75" dirty="0">
                <a:latin typeface="Times New Roman"/>
                <a:cs typeface="Times New Roman"/>
              </a:rPr>
              <a:t> </a:t>
            </a:r>
            <a:r>
              <a:rPr sz="2800" spc="-20" dirty="0">
                <a:latin typeface="Times New Roman"/>
                <a:cs typeface="Times New Roman"/>
              </a:rPr>
              <a:t>Hook</a:t>
            </a:r>
            <a:endParaRPr sz="2800">
              <a:latin typeface="Times New Roman"/>
              <a:cs typeface="Times New Roman"/>
            </a:endParaRPr>
          </a:p>
          <a:p>
            <a:pPr marL="356870" indent="-344170">
              <a:lnSpc>
                <a:spcPct val="100000"/>
              </a:lnSpc>
              <a:spcBef>
                <a:spcPts val="5"/>
              </a:spcBef>
              <a:buFont typeface="Wingdings"/>
              <a:buChar char=""/>
              <a:tabLst>
                <a:tab pos="356870" algn="l"/>
              </a:tabLst>
            </a:pPr>
            <a:r>
              <a:rPr sz="2800" dirty="0">
                <a:latin typeface="Times New Roman"/>
                <a:cs typeface="Times New Roman"/>
              </a:rPr>
              <a:t>Event</a:t>
            </a:r>
            <a:r>
              <a:rPr sz="2800" spc="-45" dirty="0">
                <a:latin typeface="Times New Roman"/>
                <a:cs typeface="Times New Roman"/>
              </a:rPr>
              <a:t> </a:t>
            </a:r>
            <a:r>
              <a:rPr sz="2800" spc="-10" dirty="0">
                <a:latin typeface="Times New Roman"/>
                <a:cs typeface="Times New Roman"/>
              </a:rPr>
              <a:t>Handling</a:t>
            </a:r>
            <a:endParaRPr sz="2800">
              <a:latin typeface="Times New Roman"/>
              <a:cs typeface="Times New Roman"/>
            </a:endParaRPr>
          </a:p>
          <a:p>
            <a:pPr marL="356870" indent="-344170">
              <a:lnSpc>
                <a:spcPct val="100000"/>
              </a:lnSpc>
              <a:buFont typeface="Wingdings"/>
              <a:buChar char=""/>
              <a:tabLst>
                <a:tab pos="356870" algn="l"/>
              </a:tabLst>
            </a:pPr>
            <a:r>
              <a:rPr sz="2800" dirty="0">
                <a:latin typeface="Times New Roman"/>
                <a:cs typeface="Times New Roman"/>
              </a:rPr>
              <a:t>Conditional</a:t>
            </a:r>
            <a:r>
              <a:rPr sz="2800" spc="-110" dirty="0">
                <a:latin typeface="Times New Roman"/>
                <a:cs typeface="Times New Roman"/>
              </a:rPr>
              <a:t> </a:t>
            </a:r>
            <a:r>
              <a:rPr sz="2800" spc="-10" dirty="0">
                <a:latin typeface="Times New Roman"/>
                <a:cs typeface="Times New Roman"/>
              </a:rPr>
              <a:t>Rendering</a:t>
            </a:r>
            <a:endParaRPr sz="2800">
              <a:latin typeface="Times New Roman"/>
              <a:cs typeface="Times New Roman"/>
            </a:endParaRPr>
          </a:p>
          <a:p>
            <a:pPr marL="356870" indent="-344170">
              <a:lnSpc>
                <a:spcPts val="3354"/>
              </a:lnSpc>
              <a:buFont typeface="Wingdings"/>
              <a:buChar char=""/>
              <a:tabLst>
                <a:tab pos="356870" algn="l"/>
              </a:tabLst>
            </a:pPr>
            <a:r>
              <a:rPr sz="2800" spc="-10" dirty="0">
                <a:latin typeface="Times New Roman"/>
                <a:cs typeface="Times New Roman"/>
              </a:rPr>
              <a:t>Component-based</a:t>
            </a:r>
            <a:r>
              <a:rPr sz="2800" spc="-130" dirty="0">
                <a:latin typeface="Times New Roman"/>
                <a:cs typeface="Times New Roman"/>
              </a:rPr>
              <a:t> </a:t>
            </a:r>
            <a:r>
              <a:rPr sz="2800" spc="-10" dirty="0">
                <a:latin typeface="Times New Roman"/>
                <a:cs typeface="Times New Roman"/>
              </a:rPr>
              <a:t>Architecture</a:t>
            </a:r>
            <a:endParaRPr sz="2800">
              <a:latin typeface="Times New Roman"/>
              <a:cs typeface="Times New Roman"/>
            </a:endParaRPr>
          </a:p>
          <a:p>
            <a:pPr marL="12700">
              <a:lnSpc>
                <a:spcPts val="3835"/>
              </a:lnSpc>
            </a:pPr>
            <a:r>
              <a:rPr sz="3200" b="1" dirty="0">
                <a:latin typeface="Times New Roman"/>
                <a:cs typeface="Times New Roman"/>
              </a:rPr>
              <a:t>State</a:t>
            </a:r>
            <a:r>
              <a:rPr sz="3200" b="1" spc="-60" dirty="0">
                <a:latin typeface="Times New Roman"/>
                <a:cs typeface="Times New Roman"/>
              </a:rPr>
              <a:t> </a:t>
            </a:r>
            <a:r>
              <a:rPr sz="3200" b="1" spc="-10" dirty="0">
                <a:latin typeface="Times New Roman"/>
                <a:cs typeface="Times New Roman"/>
              </a:rPr>
              <a:t>Management:</a:t>
            </a:r>
            <a:endParaRPr sz="3200">
              <a:latin typeface="Times New Roman"/>
              <a:cs typeface="Times New Roman"/>
            </a:endParaRPr>
          </a:p>
          <a:p>
            <a:pPr marL="356870" indent="-344170">
              <a:lnSpc>
                <a:spcPts val="3354"/>
              </a:lnSpc>
              <a:spcBef>
                <a:spcPts val="15"/>
              </a:spcBef>
              <a:buFont typeface="Wingdings"/>
              <a:buChar char=""/>
              <a:tabLst>
                <a:tab pos="356870" algn="l"/>
              </a:tabLst>
            </a:pPr>
            <a:r>
              <a:rPr sz="2800" dirty="0">
                <a:latin typeface="Times New Roman"/>
                <a:cs typeface="Times New Roman"/>
              </a:rPr>
              <a:t>React</a:t>
            </a:r>
            <a:r>
              <a:rPr sz="2800" spc="-40" dirty="0">
                <a:latin typeface="Times New Roman"/>
                <a:cs typeface="Times New Roman"/>
              </a:rPr>
              <a:t> </a:t>
            </a:r>
            <a:r>
              <a:rPr sz="2800" dirty="0">
                <a:latin typeface="Times New Roman"/>
                <a:cs typeface="Times New Roman"/>
              </a:rPr>
              <a:t>State</a:t>
            </a:r>
            <a:r>
              <a:rPr sz="2800" spc="-50" dirty="0">
                <a:latin typeface="Times New Roman"/>
                <a:cs typeface="Times New Roman"/>
              </a:rPr>
              <a:t> </a:t>
            </a:r>
            <a:r>
              <a:rPr sz="2800" spc="-10" dirty="0">
                <a:latin typeface="Times New Roman"/>
                <a:cs typeface="Times New Roman"/>
              </a:rPr>
              <a:t>Management</a:t>
            </a:r>
            <a:endParaRPr sz="2800">
              <a:latin typeface="Times New Roman"/>
              <a:cs typeface="Times New Roman"/>
            </a:endParaRPr>
          </a:p>
          <a:p>
            <a:pPr marL="12700">
              <a:lnSpc>
                <a:spcPts val="3835"/>
              </a:lnSpc>
            </a:pPr>
            <a:r>
              <a:rPr sz="3200" b="1" spc="-10" dirty="0">
                <a:latin typeface="Times New Roman"/>
                <a:cs typeface="Times New Roman"/>
              </a:rPr>
              <a:t>Tools:</a:t>
            </a:r>
            <a:endParaRPr sz="3200">
              <a:latin typeface="Times New Roman"/>
              <a:cs typeface="Times New Roman"/>
            </a:endParaRPr>
          </a:p>
          <a:p>
            <a:pPr marL="356870" indent="-344170">
              <a:lnSpc>
                <a:spcPct val="100000"/>
              </a:lnSpc>
              <a:spcBef>
                <a:spcPts val="15"/>
              </a:spcBef>
              <a:buFont typeface="Wingdings"/>
              <a:buChar char=""/>
              <a:tabLst>
                <a:tab pos="356870" algn="l"/>
              </a:tabLst>
            </a:pPr>
            <a:r>
              <a:rPr sz="2800" dirty="0">
                <a:latin typeface="Times New Roman"/>
                <a:cs typeface="Times New Roman"/>
              </a:rPr>
              <a:t>Node.js</a:t>
            </a:r>
            <a:r>
              <a:rPr sz="2800" spc="-40" dirty="0">
                <a:latin typeface="Times New Roman"/>
                <a:cs typeface="Times New Roman"/>
              </a:rPr>
              <a:t> </a:t>
            </a:r>
            <a:r>
              <a:rPr sz="2800" dirty="0">
                <a:latin typeface="Times New Roman"/>
                <a:cs typeface="Times New Roman"/>
              </a:rPr>
              <a:t>&amp;</a:t>
            </a:r>
            <a:r>
              <a:rPr sz="2800" spc="-40" dirty="0">
                <a:latin typeface="Times New Roman"/>
                <a:cs typeface="Times New Roman"/>
              </a:rPr>
              <a:t> </a:t>
            </a:r>
            <a:r>
              <a:rPr sz="2800" spc="-25" dirty="0">
                <a:latin typeface="Times New Roman"/>
                <a:cs typeface="Times New Roman"/>
              </a:rPr>
              <a:t>npm</a:t>
            </a:r>
            <a:endParaRPr sz="2800">
              <a:latin typeface="Times New Roman"/>
              <a:cs typeface="Times New Roman"/>
            </a:endParaRPr>
          </a:p>
          <a:p>
            <a:pPr marL="356870" indent="-344170">
              <a:lnSpc>
                <a:spcPct val="100000"/>
              </a:lnSpc>
              <a:buFont typeface="Wingdings"/>
              <a:buChar char=""/>
              <a:tabLst>
                <a:tab pos="356870" algn="l"/>
              </a:tabLst>
            </a:pPr>
            <a:r>
              <a:rPr sz="2800" dirty="0">
                <a:latin typeface="Times New Roman"/>
                <a:cs typeface="Times New Roman"/>
              </a:rPr>
              <a:t>VS</a:t>
            </a:r>
            <a:r>
              <a:rPr sz="2800" spc="15" dirty="0">
                <a:latin typeface="Times New Roman"/>
                <a:cs typeface="Times New Roman"/>
              </a:rPr>
              <a:t> </a:t>
            </a:r>
            <a:r>
              <a:rPr sz="2800" dirty="0">
                <a:latin typeface="Times New Roman"/>
                <a:cs typeface="Times New Roman"/>
              </a:rPr>
              <a:t>Code</a:t>
            </a:r>
            <a:r>
              <a:rPr sz="2800" spc="-50" dirty="0">
                <a:latin typeface="Times New Roman"/>
                <a:cs typeface="Times New Roman"/>
              </a:rPr>
              <a:t> </a:t>
            </a:r>
            <a:r>
              <a:rPr sz="2800" dirty="0">
                <a:latin typeface="Times New Roman"/>
                <a:cs typeface="Times New Roman"/>
              </a:rPr>
              <a:t>(Code</a:t>
            </a:r>
            <a:r>
              <a:rPr sz="2800" spc="-50" dirty="0">
                <a:latin typeface="Times New Roman"/>
                <a:cs typeface="Times New Roman"/>
              </a:rPr>
              <a:t> </a:t>
            </a:r>
            <a:r>
              <a:rPr sz="2800" spc="-10" dirty="0">
                <a:latin typeface="Times New Roman"/>
                <a:cs typeface="Times New Roman"/>
              </a:rPr>
              <a:t>Editor)</a:t>
            </a:r>
            <a:endParaRPr sz="2800">
              <a:latin typeface="Times New Roman"/>
              <a:cs typeface="Times New Roman"/>
            </a:endParaRPr>
          </a:p>
          <a:p>
            <a:pPr marL="356870" indent="-344170">
              <a:lnSpc>
                <a:spcPts val="3350"/>
              </a:lnSpc>
              <a:spcBef>
                <a:spcPts val="5"/>
              </a:spcBef>
              <a:buFont typeface="Wingdings"/>
              <a:buChar char=""/>
              <a:tabLst>
                <a:tab pos="356870" algn="l"/>
              </a:tabLst>
            </a:pPr>
            <a:r>
              <a:rPr sz="2800" dirty="0">
                <a:latin typeface="Times New Roman"/>
                <a:cs typeface="Times New Roman"/>
              </a:rPr>
              <a:t>Chrome</a:t>
            </a:r>
            <a:r>
              <a:rPr sz="2800" spc="-25" dirty="0">
                <a:latin typeface="Times New Roman"/>
                <a:cs typeface="Times New Roman"/>
              </a:rPr>
              <a:t> </a:t>
            </a:r>
            <a:r>
              <a:rPr sz="2800" dirty="0">
                <a:latin typeface="Times New Roman"/>
                <a:cs typeface="Times New Roman"/>
              </a:rPr>
              <a:t>Browser</a:t>
            </a:r>
            <a:r>
              <a:rPr sz="2800" spc="-70" dirty="0">
                <a:latin typeface="Times New Roman"/>
                <a:cs typeface="Times New Roman"/>
              </a:rPr>
              <a:t> </a:t>
            </a:r>
            <a:r>
              <a:rPr sz="2800" spc="-10" dirty="0">
                <a:latin typeface="Times New Roman"/>
                <a:cs typeface="Times New Roman"/>
              </a:rPr>
              <a:t>(Testing)</a:t>
            </a:r>
            <a:endParaRPr sz="2800">
              <a:latin typeface="Times New Roman"/>
              <a:cs typeface="Times New Roman"/>
            </a:endParaRPr>
          </a:p>
          <a:p>
            <a:pPr marL="113030">
              <a:lnSpc>
                <a:spcPts val="3829"/>
              </a:lnSpc>
            </a:pPr>
            <a:r>
              <a:rPr sz="3200" b="1" dirty="0">
                <a:latin typeface="Times New Roman"/>
                <a:cs typeface="Times New Roman"/>
              </a:rPr>
              <a:t>Hardware</a:t>
            </a:r>
            <a:r>
              <a:rPr sz="3200" b="1" spc="-105" dirty="0">
                <a:latin typeface="Times New Roman"/>
                <a:cs typeface="Times New Roman"/>
              </a:rPr>
              <a:t> </a:t>
            </a:r>
            <a:r>
              <a:rPr sz="3200" b="1" dirty="0">
                <a:latin typeface="Times New Roman"/>
                <a:cs typeface="Times New Roman"/>
              </a:rPr>
              <a:t>/</a:t>
            </a:r>
            <a:r>
              <a:rPr sz="3200" b="1" spc="-114" dirty="0">
                <a:latin typeface="Times New Roman"/>
                <a:cs typeface="Times New Roman"/>
              </a:rPr>
              <a:t> </a:t>
            </a:r>
            <a:r>
              <a:rPr sz="3200" b="1" dirty="0">
                <a:latin typeface="Times New Roman"/>
                <a:cs typeface="Times New Roman"/>
              </a:rPr>
              <a:t>Software</a:t>
            </a:r>
            <a:r>
              <a:rPr sz="3200" b="1" spc="-130" dirty="0">
                <a:latin typeface="Times New Roman"/>
                <a:cs typeface="Times New Roman"/>
              </a:rPr>
              <a:t> </a:t>
            </a:r>
            <a:r>
              <a:rPr sz="3200" b="1" spc="-10" dirty="0">
                <a:latin typeface="Times New Roman"/>
                <a:cs typeface="Times New Roman"/>
              </a:rPr>
              <a:t>Requirements:</a:t>
            </a:r>
            <a:endParaRPr sz="3200">
              <a:latin typeface="Times New Roman"/>
              <a:cs typeface="Times New Roman"/>
            </a:endParaRPr>
          </a:p>
          <a:p>
            <a:pPr marL="356870" indent="-344170">
              <a:lnSpc>
                <a:spcPct val="100000"/>
              </a:lnSpc>
              <a:spcBef>
                <a:spcPts val="15"/>
              </a:spcBef>
              <a:buFont typeface="Wingdings"/>
              <a:buChar char=""/>
              <a:tabLst>
                <a:tab pos="356870" algn="l"/>
              </a:tabLst>
            </a:pPr>
            <a:r>
              <a:rPr sz="2800" b="1" dirty="0">
                <a:latin typeface="Times New Roman"/>
                <a:cs typeface="Times New Roman"/>
              </a:rPr>
              <a:t>System:</a:t>
            </a:r>
            <a:r>
              <a:rPr sz="2800" b="1" spc="-85" dirty="0">
                <a:latin typeface="Times New Roman"/>
                <a:cs typeface="Times New Roman"/>
              </a:rPr>
              <a:t> </a:t>
            </a:r>
            <a:r>
              <a:rPr sz="2800" dirty="0">
                <a:latin typeface="Times New Roman"/>
                <a:cs typeface="Times New Roman"/>
              </a:rPr>
              <a:t>Windows</a:t>
            </a:r>
            <a:r>
              <a:rPr sz="2800" spc="-125" dirty="0">
                <a:latin typeface="Times New Roman"/>
                <a:cs typeface="Times New Roman"/>
              </a:rPr>
              <a:t> </a:t>
            </a:r>
            <a:r>
              <a:rPr sz="2800" spc="-25" dirty="0">
                <a:latin typeface="Times New Roman"/>
                <a:cs typeface="Times New Roman"/>
              </a:rPr>
              <a:t>10</a:t>
            </a:r>
            <a:endParaRPr sz="2800">
              <a:latin typeface="Times New Roman"/>
              <a:cs typeface="Times New Roman"/>
            </a:endParaRPr>
          </a:p>
          <a:p>
            <a:pPr marL="356870" indent="-344170">
              <a:lnSpc>
                <a:spcPct val="100000"/>
              </a:lnSpc>
              <a:buFont typeface="Wingdings"/>
              <a:buChar char=""/>
              <a:tabLst>
                <a:tab pos="356870" algn="l"/>
              </a:tabLst>
            </a:pPr>
            <a:r>
              <a:rPr sz="2800" b="1" dirty="0">
                <a:latin typeface="Times New Roman"/>
                <a:cs typeface="Times New Roman"/>
              </a:rPr>
              <a:t>RAM:</a:t>
            </a:r>
            <a:r>
              <a:rPr sz="2800" b="1" spc="-20" dirty="0">
                <a:latin typeface="Times New Roman"/>
                <a:cs typeface="Times New Roman"/>
              </a:rPr>
              <a:t> </a:t>
            </a:r>
            <a:r>
              <a:rPr sz="2800" dirty="0">
                <a:latin typeface="Times New Roman"/>
                <a:cs typeface="Times New Roman"/>
              </a:rPr>
              <a:t>Minimum</a:t>
            </a:r>
            <a:r>
              <a:rPr sz="2800" spc="-85" dirty="0">
                <a:latin typeface="Times New Roman"/>
                <a:cs typeface="Times New Roman"/>
              </a:rPr>
              <a:t> </a:t>
            </a:r>
            <a:r>
              <a:rPr sz="2800" spc="-25" dirty="0">
                <a:latin typeface="Times New Roman"/>
                <a:cs typeface="Times New Roman"/>
              </a:rPr>
              <a:t>4GB</a:t>
            </a:r>
            <a:endParaRPr sz="2800">
              <a:latin typeface="Times New Roman"/>
              <a:cs typeface="Times New Roman"/>
            </a:endParaRPr>
          </a:p>
          <a:p>
            <a:pPr marL="356870" indent="-344170">
              <a:lnSpc>
                <a:spcPct val="100000"/>
              </a:lnSpc>
              <a:buFont typeface="Wingdings"/>
              <a:buChar char=""/>
              <a:tabLst>
                <a:tab pos="356870" algn="l"/>
              </a:tabLst>
            </a:pPr>
            <a:r>
              <a:rPr sz="2800" dirty="0">
                <a:latin typeface="Times New Roman"/>
                <a:cs typeface="Times New Roman"/>
              </a:rPr>
              <a:t>S</a:t>
            </a:r>
            <a:r>
              <a:rPr sz="2800" b="1" dirty="0">
                <a:latin typeface="Times New Roman"/>
                <a:cs typeface="Times New Roman"/>
              </a:rPr>
              <a:t>oftware:</a:t>
            </a:r>
            <a:r>
              <a:rPr sz="2800" b="1" spc="-65" dirty="0">
                <a:latin typeface="Times New Roman"/>
                <a:cs typeface="Times New Roman"/>
              </a:rPr>
              <a:t> </a:t>
            </a:r>
            <a:r>
              <a:rPr sz="2800" dirty="0">
                <a:latin typeface="Times New Roman"/>
                <a:cs typeface="Times New Roman"/>
              </a:rPr>
              <a:t>Node.js,</a:t>
            </a:r>
            <a:r>
              <a:rPr sz="2800" spc="-125" dirty="0">
                <a:latin typeface="Times New Roman"/>
                <a:cs typeface="Times New Roman"/>
              </a:rPr>
              <a:t> </a:t>
            </a:r>
            <a:r>
              <a:rPr sz="2800" dirty="0">
                <a:latin typeface="Times New Roman"/>
                <a:cs typeface="Times New Roman"/>
              </a:rPr>
              <a:t>VS</a:t>
            </a:r>
            <a:r>
              <a:rPr sz="2800" spc="-10" dirty="0">
                <a:latin typeface="Times New Roman"/>
                <a:cs typeface="Times New Roman"/>
              </a:rPr>
              <a:t> </a:t>
            </a:r>
            <a:r>
              <a:rPr sz="2800" dirty="0">
                <a:latin typeface="Times New Roman"/>
                <a:cs typeface="Times New Roman"/>
              </a:rPr>
              <a:t>Code,</a:t>
            </a:r>
            <a:r>
              <a:rPr sz="2800" spc="-75" dirty="0">
                <a:latin typeface="Times New Roman"/>
                <a:cs typeface="Times New Roman"/>
              </a:rPr>
              <a:t> </a:t>
            </a:r>
            <a:r>
              <a:rPr sz="2800" spc="-10" dirty="0">
                <a:latin typeface="Times New Roman"/>
                <a:cs typeface="Times New Roman"/>
              </a:rPr>
              <a:t>Browser</a:t>
            </a:r>
            <a:endParaRPr sz="280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4568" y="6653783"/>
            <a:ext cx="993775" cy="993775"/>
          </a:xfrm>
          <a:custGeom>
            <a:avLst/>
            <a:gdLst/>
            <a:ahLst/>
            <a:cxnLst/>
            <a:rect l="l" t="t" r="r" b="b"/>
            <a:pathLst>
              <a:path w="993775" h="993775">
                <a:moveTo>
                  <a:pt x="496823" y="0"/>
                </a:moveTo>
                <a:lnTo>
                  <a:pt x="448977" y="2273"/>
                </a:lnTo>
                <a:lnTo>
                  <a:pt x="402417" y="8956"/>
                </a:lnTo>
                <a:lnTo>
                  <a:pt x="357351" y="19839"/>
                </a:lnTo>
                <a:lnTo>
                  <a:pt x="313989" y="34716"/>
                </a:lnTo>
                <a:lnTo>
                  <a:pt x="272538" y="53377"/>
                </a:lnTo>
                <a:lnTo>
                  <a:pt x="233207" y="75615"/>
                </a:lnTo>
                <a:lnTo>
                  <a:pt x="196203" y="101222"/>
                </a:lnTo>
                <a:lnTo>
                  <a:pt x="161736" y="129990"/>
                </a:lnTo>
                <a:lnTo>
                  <a:pt x="130012" y="161710"/>
                </a:lnTo>
                <a:lnTo>
                  <a:pt x="101241" y="196176"/>
                </a:lnTo>
                <a:lnTo>
                  <a:pt x="75630" y="233179"/>
                </a:lnTo>
                <a:lnTo>
                  <a:pt x="53388" y="272510"/>
                </a:lnTo>
                <a:lnTo>
                  <a:pt x="34724" y="313963"/>
                </a:lnTo>
                <a:lnTo>
                  <a:pt x="19844" y="357329"/>
                </a:lnTo>
                <a:lnTo>
                  <a:pt x="8958" y="402399"/>
                </a:lnTo>
                <a:lnTo>
                  <a:pt x="2274" y="448967"/>
                </a:lnTo>
                <a:lnTo>
                  <a:pt x="0" y="496823"/>
                </a:lnTo>
                <a:lnTo>
                  <a:pt x="2274" y="544680"/>
                </a:lnTo>
                <a:lnTo>
                  <a:pt x="8958" y="591248"/>
                </a:lnTo>
                <a:lnTo>
                  <a:pt x="19844" y="636318"/>
                </a:lnTo>
                <a:lnTo>
                  <a:pt x="34724" y="679684"/>
                </a:lnTo>
                <a:lnTo>
                  <a:pt x="53388" y="721137"/>
                </a:lnTo>
                <a:lnTo>
                  <a:pt x="75630" y="760468"/>
                </a:lnTo>
                <a:lnTo>
                  <a:pt x="101241" y="797471"/>
                </a:lnTo>
                <a:lnTo>
                  <a:pt x="130012" y="831937"/>
                </a:lnTo>
                <a:lnTo>
                  <a:pt x="161736" y="863657"/>
                </a:lnTo>
                <a:lnTo>
                  <a:pt x="196203" y="892425"/>
                </a:lnTo>
                <a:lnTo>
                  <a:pt x="233207" y="918032"/>
                </a:lnTo>
                <a:lnTo>
                  <a:pt x="272538" y="940270"/>
                </a:lnTo>
                <a:lnTo>
                  <a:pt x="313989" y="958931"/>
                </a:lnTo>
                <a:lnTo>
                  <a:pt x="357351" y="973808"/>
                </a:lnTo>
                <a:lnTo>
                  <a:pt x="402417" y="984691"/>
                </a:lnTo>
                <a:lnTo>
                  <a:pt x="448977" y="991374"/>
                </a:lnTo>
                <a:lnTo>
                  <a:pt x="496823" y="993647"/>
                </a:lnTo>
                <a:lnTo>
                  <a:pt x="544680" y="991374"/>
                </a:lnTo>
                <a:lnTo>
                  <a:pt x="591248" y="984691"/>
                </a:lnTo>
                <a:lnTo>
                  <a:pt x="636318" y="973808"/>
                </a:lnTo>
                <a:lnTo>
                  <a:pt x="679684" y="958931"/>
                </a:lnTo>
                <a:lnTo>
                  <a:pt x="721137" y="940270"/>
                </a:lnTo>
                <a:lnTo>
                  <a:pt x="760468" y="918032"/>
                </a:lnTo>
                <a:lnTo>
                  <a:pt x="797471" y="892425"/>
                </a:lnTo>
                <a:lnTo>
                  <a:pt x="831937" y="863657"/>
                </a:lnTo>
                <a:lnTo>
                  <a:pt x="863657" y="831937"/>
                </a:lnTo>
                <a:lnTo>
                  <a:pt x="892425" y="797471"/>
                </a:lnTo>
                <a:lnTo>
                  <a:pt x="918032" y="760468"/>
                </a:lnTo>
                <a:lnTo>
                  <a:pt x="940270" y="721137"/>
                </a:lnTo>
                <a:lnTo>
                  <a:pt x="958931" y="679684"/>
                </a:lnTo>
                <a:lnTo>
                  <a:pt x="973808" y="636318"/>
                </a:lnTo>
                <a:lnTo>
                  <a:pt x="984691" y="591248"/>
                </a:lnTo>
                <a:lnTo>
                  <a:pt x="991374" y="544680"/>
                </a:lnTo>
                <a:lnTo>
                  <a:pt x="993648" y="496823"/>
                </a:lnTo>
                <a:lnTo>
                  <a:pt x="991374" y="448967"/>
                </a:lnTo>
                <a:lnTo>
                  <a:pt x="984691" y="402399"/>
                </a:lnTo>
                <a:lnTo>
                  <a:pt x="973808" y="357329"/>
                </a:lnTo>
                <a:lnTo>
                  <a:pt x="958931" y="313963"/>
                </a:lnTo>
                <a:lnTo>
                  <a:pt x="940270" y="272510"/>
                </a:lnTo>
                <a:lnTo>
                  <a:pt x="918032" y="233179"/>
                </a:lnTo>
                <a:lnTo>
                  <a:pt x="892425" y="196176"/>
                </a:lnTo>
                <a:lnTo>
                  <a:pt x="863657" y="161710"/>
                </a:lnTo>
                <a:lnTo>
                  <a:pt x="831937" y="129990"/>
                </a:lnTo>
                <a:lnTo>
                  <a:pt x="797471" y="101222"/>
                </a:lnTo>
                <a:lnTo>
                  <a:pt x="760468" y="75615"/>
                </a:lnTo>
                <a:lnTo>
                  <a:pt x="721137" y="53377"/>
                </a:lnTo>
                <a:lnTo>
                  <a:pt x="679684" y="34716"/>
                </a:lnTo>
                <a:lnTo>
                  <a:pt x="636318" y="19839"/>
                </a:lnTo>
                <a:lnTo>
                  <a:pt x="591248" y="8956"/>
                </a:lnTo>
                <a:lnTo>
                  <a:pt x="544680" y="2273"/>
                </a:lnTo>
                <a:lnTo>
                  <a:pt x="496823" y="0"/>
                </a:lnTo>
                <a:close/>
              </a:path>
            </a:pathLst>
          </a:custGeom>
          <a:solidFill>
            <a:srgbClr val="FC611F"/>
          </a:solidFill>
        </p:spPr>
        <p:txBody>
          <a:bodyPr wrap="square" lIns="0" tIns="0" rIns="0" bIns="0" rtlCol="0"/>
          <a:lstStyle/>
          <a:p>
            <a:endParaRPr/>
          </a:p>
        </p:txBody>
      </p:sp>
      <p:sp>
        <p:nvSpPr>
          <p:cNvPr id="3" name="object 3"/>
          <p:cNvSpPr txBox="1"/>
          <p:nvPr/>
        </p:nvSpPr>
        <p:spPr>
          <a:xfrm>
            <a:off x="1111707" y="6884669"/>
            <a:ext cx="240665" cy="435609"/>
          </a:xfrm>
          <a:prstGeom prst="rect">
            <a:avLst/>
          </a:prstGeom>
        </p:spPr>
        <p:txBody>
          <a:bodyPr vert="horz" wrap="square" lIns="0" tIns="17145" rIns="0" bIns="0" rtlCol="0">
            <a:spAutoFit/>
          </a:bodyPr>
          <a:lstStyle/>
          <a:p>
            <a:pPr marL="12700">
              <a:lnSpc>
                <a:spcPct val="100000"/>
              </a:lnSpc>
              <a:spcBef>
                <a:spcPts val="135"/>
              </a:spcBef>
            </a:pPr>
            <a:r>
              <a:rPr sz="2650" spc="180" dirty="0">
                <a:solidFill>
                  <a:srgbClr val="FFFDFD"/>
                </a:solidFill>
                <a:latin typeface="Tahoma"/>
                <a:cs typeface="Tahoma"/>
              </a:rPr>
              <a:t>8</a:t>
            </a:r>
            <a:endParaRPr sz="2650">
              <a:latin typeface="Tahoma"/>
              <a:cs typeface="Tahoma"/>
            </a:endParaRPr>
          </a:p>
        </p:txBody>
      </p:sp>
      <p:sp>
        <p:nvSpPr>
          <p:cNvPr id="4" name="object 4"/>
          <p:cNvSpPr/>
          <p:nvPr/>
        </p:nvSpPr>
        <p:spPr>
          <a:xfrm>
            <a:off x="979932" y="3317747"/>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52245" y="3426967"/>
            <a:ext cx="158115" cy="285115"/>
          </a:xfrm>
          <a:prstGeom prst="rect">
            <a:avLst/>
          </a:prstGeom>
        </p:spPr>
        <p:txBody>
          <a:bodyPr vert="horz" wrap="square" lIns="0" tIns="12700" rIns="0" bIns="0" rtlCol="0">
            <a:spAutoFit/>
          </a:bodyPr>
          <a:lstStyle/>
          <a:p>
            <a:pPr marL="12700">
              <a:lnSpc>
                <a:spcPct val="100000"/>
              </a:lnSpc>
              <a:spcBef>
                <a:spcPts val="100"/>
              </a:spcBef>
            </a:pPr>
            <a:r>
              <a:rPr sz="1700" spc="60" dirty="0">
                <a:solidFill>
                  <a:srgbClr val="181818"/>
                </a:solidFill>
                <a:latin typeface="Tahoma"/>
                <a:cs typeface="Tahoma"/>
              </a:rPr>
              <a:t>3</a:t>
            </a:r>
            <a:endParaRPr sz="1700">
              <a:latin typeface="Tahoma"/>
              <a:cs typeface="Tahoma"/>
            </a:endParaRPr>
          </a:p>
        </p:txBody>
      </p:sp>
      <p:sp>
        <p:nvSpPr>
          <p:cNvPr id="6" name="object 6"/>
          <p:cNvSpPr/>
          <p:nvPr/>
        </p:nvSpPr>
        <p:spPr>
          <a:xfrm>
            <a:off x="979932" y="1982723"/>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3"/>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7" name="object 7"/>
          <p:cNvSpPr txBox="1"/>
          <p:nvPr/>
        </p:nvSpPr>
        <p:spPr>
          <a:xfrm>
            <a:off x="1179677" y="209321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8" name="object 8"/>
          <p:cNvSpPr/>
          <p:nvPr/>
        </p:nvSpPr>
        <p:spPr>
          <a:xfrm>
            <a:off x="979932" y="3985259"/>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46149" y="4094733"/>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10" name="object 10"/>
          <p:cNvSpPr/>
          <p:nvPr/>
        </p:nvSpPr>
        <p:spPr>
          <a:xfrm>
            <a:off x="979932" y="2650235"/>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4"/>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1" name="object 11"/>
          <p:cNvSpPr txBox="1"/>
          <p:nvPr/>
        </p:nvSpPr>
        <p:spPr>
          <a:xfrm>
            <a:off x="1152245" y="2759201"/>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2" name="object 12"/>
          <p:cNvSpPr/>
          <p:nvPr/>
        </p:nvSpPr>
        <p:spPr>
          <a:xfrm>
            <a:off x="979932" y="5320284"/>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1149197" y="5430392"/>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4" name="object 14"/>
          <p:cNvSpPr/>
          <p:nvPr/>
        </p:nvSpPr>
        <p:spPr>
          <a:xfrm>
            <a:off x="979932" y="4652771"/>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5" name="object 15"/>
          <p:cNvSpPr txBox="1"/>
          <p:nvPr/>
        </p:nvSpPr>
        <p:spPr>
          <a:xfrm>
            <a:off x="1152245" y="4762626"/>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6" name="object 16"/>
          <p:cNvSpPr/>
          <p:nvPr/>
        </p:nvSpPr>
        <p:spPr>
          <a:xfrm>
            <a:off x="979932" y="5987796"/>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7" name="object 17"/>
          <p:cNvSpPr txBox="1"/>
          <p:nvPr/>
        </p:nvSpPr>
        <p:spPr>
          <a:xfrm>
            <a:off x="1155293" y="6098285"/>
            <a:ext cx="154940" cy="285115"/>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sp>
        <p:nvSpPr>
          <p:cNvPr id="18" name="object 18"/>
          <p:cNvSpPr/>
          <p:nvPr/>
        </p:nvSpPr>
        <p:spPr>
          <a:xfrm>
            <a:off x="979932" y="7761731"/>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4"/>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19" name="object 19"/>
          <p:cNvSpPr txBox="1"/>
          <p:nvPr/>
        </p:nvSpPr>
        <p:spPr>
          <a:xfrm>
            <a:off x="1149197" y="7872806"/>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9</a:t>
            </a:r>
            <a:endParaRPr sz="1700">
              <a:latin typeface="Tahoma"/>
              <a:cs typeface="Tahoma"/>
            </a:endParaRPr>
          </a:p>
        </p:txBody>
      </p:sp>
      <p:grpSp>
        <p:nvGrpSpPr>
          <p:cNvPr id="20" name="object 20"/>
          <p:cNvGrpSpPr/>
          <p:nvPr/>
        </p:nvGrpSpPr>
        <p:grpSpPr>
          <a:xfrm>
            <a:off x="16312895" y="1030224"/>
            <a:ext cx="948055" cy="234950"/>
            <a:chOff x="16312895" y="1030224"/>
            <a:chExt cx="948055" cy="234950"/>
          </a:xfrm>
        </p:grpSpPr>
        <p:pic>
          <p:nvPicPr>
            <p:cNvPr id="21" name="object 21"/>
            <p:cNvPicPr/>
            <p:nvPr/>
          </p:nvPicPr>
          <p:blipFill>
            <a:blip r:embed="rId2" cstate="print"/>
            <a:stretch>
              <a:fillRect/>
            </a:stretch>
          </p:blipFill>
          <p:spPr>
            <a:xfrm>
              <a:off x="16334231" y="1051560"/>
              <a:ext cx="487425" cy="48768"/>
            </a:xfrm>
            <a:prstGeom prst="rect">
              <a:avLst/>
            </a:prstGeom>
          </p:spPr>
        </p:pic>
        <p:sp>
          <p:nvSpPr>
            <p:cNvPr id="22" name="object 22"/>
            <p:cNvSpPr/>
            <p:nvPr/>
          </p:nvSpPr>
          <p:spPr>
            <a:xfrm>
              <a:off x="16314419" y="1031748"/>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23" name="object 23"/>
          <p:cNvSpPr txBox="1">
            <a:spLocks noGrp="1"/>
          </p:cNvSpPr>
          <p:nvPr>
            <p:ph type="title"/>
          </p:nvPr>
        </p:nvSpPr>
        <p:spPr>
          <a:prstGeom prst="rect">
            <a:avLst/>
          </a:prstGeom>
        </p:spPr>
        <p:txBody>
          <a:bodyPr vert="horz" wrap="square" lIns="0" tIns="65023" rIns="0" bIns="0" rtlCol="0">
            <a:spAutoFit/>
          </a:bodyPr>
          <a:lstStyle/>
          <a:p>
            <a:pPr marL="1984375">
              <a:lnSpc>
                <a:spcPct val="100000"/>
              </a:lnSpc>
              <a:spcBef>
                <a:spcPts val="100"/>
              </a:spcBef>
            </a:pPr>
            <a:r>
              <a:rPr dirty="0"/>
              <a:t>MODULE</a:t>
            </a:r>
            <a:r>
              <a:rPr spc="-45" dirty="0"/>
              <a:t> </a:t>
            </a:r>
            <a:r>
              <a:rPr spc="-10" dirty="0"/>
              <a:t>DESCRIPTION</a:t>
            </a:r>
          </a:p>
        </p:txBody>
      </p:sp>
      <p:sp>
        <p:nvSpPr>
          <p:cNvPr id="24" name="object 24"/>
          <p:cNvSpPr txBox="1"/>
          <p:nvPr/>
        </p:nvSpPr>
        <p:spPr>
          <a:xfrm>
            <a:off x="2136394" y="1183005"/>
            <a:ext cx="6632575" cy="512445"/>
          </a:xfrm>
          <a:prstGeom prst="rect">
            <a:avLst/>
          </a:prstGeom>
        </p:spPr>
        <p:txBody>
          <a:bodyPr vert="horz" wrap="square" lIns="0" tIns="11430" rIns="0" bIns="0" rtlCol="0">
            <a:spAutoFit/>
          </a:bodyPr>
          <a:lstStyle/>
          <a:p>
            <a:pPr marL="12700">
              <a:lnSpc>
                <a:spcPct val="100000"/>
              </a:lnSpc>
              <a:spcBef>
                <a:spcPts val="90"/>
              </a:spcBef>
            </a:pPr>
            <a:r>
              <a:rPr sz="3200" b="1" dirty="0">
                <a:latin typeface="Calibri"/>
                <a:cs typeface="Calibri"/>
              </a:rPr>
              <a:t>Module</a:t>
            </a:r>
            <a:r>
              <a:rPr sz="3200" b="1" spc="-60" dirty="0">
                <a:latin typeface="Calibri"/>
                <a:cs typeface="Calibri"/>
              </a:rPr>
              <a:t> </a:t>
            </a:r>
            <a:r>
              <a:rPr sz="3200" b="1" dirty="0">
                <a:latin typeface="Calibri"/>
                <a:cs typeface="Calibri"/>
              </a:rPr>
              <a:t>1:</a:t>
            </a:r>
            <a:r>
              <a:rPr sz="3200" b="1" spc="-65" dirty="0">
                <a:latin typeface="Calibri"/>
                <a:cs typeface="Calibri"/>
              </a:rPr>
              <a:t> </a:t>
            </a:r>
            <a:r>
              <a:rPr sz="3200" b="1" dirty="0">
                <a:latin typeface="Calibri"/>
                <a:cs typeface="Calibri"/>
              </a:rPr>
              <a:t>User</a:t>
            </a:r>
            <a:r>
              <a:rPr sz="3200" b="1" spc="-65" dirty="0">
                <a:latin typeface="Calibri"/>
                <a:cs typeface="Calibri"/>
              </a:rPr>
              <a:t> </a:t>
            </a:r>
            <a:r>
              <a:rPr sz="3200" b="1" spc="-10" dirty="0">
                <a:latin typeface="Calibri"/>
                <a:cs typeface="Calibri"/>
              </a:rPr>
              <a:t>Authentication</a:t>
            </a:r>
            <a:r>
              <a:rPr sz="3200" b="1" spc="-75" dirty="0">
                <a:latin typeface="Calibri"/>
                <a:cs typeface="Calibri"/>
              </a:rPr>
              <a:t> </a:t>
            </a:r>
            <a:r>
              <a:rPr sz="3200" b="1" spc="-10" dirty="0">
                <a:latin typeface="Calibri"/>
                <a:cs typeface="Calibri"/>
              </a:rPr>
              <a:t>Module</a:t>
            </a:r>
            <a:endParaRPr sz="3200" dirty="0">
              <a:latin typeface="Calibri"/>
              <a:cs typeface="Calibri"/>
            </a:endParaRPr>
          </a:p>
        </p:txBody>
      </p:sp>
      <p:sp>
        <p:nvSpPr>
          <p:cNvPr id="25" name="object 25"/>
          <p:cNvSpPr txBox="1"/>
          <p:nvPr/>
        </p:nvSpPr>
        <p:spPr>
          <a:xfrm>
            <a:off x="2136394" y="1670379"/>
            <a:ext cx="10355580" cy="1000760"/>
          </a:xfrm>
          <a:prstGeom prst="rect">
            <a:avLst/>
          </a:prstGeom>
        </p:spPr>
        <p:txBody>
          <a:bodyPr vert="horz" wrap="square" lIns="0" tIns="12065" rIns="0" bIns="0" rtlCol="0">
            <a:spAutoFit/>
          </a:bodyPr>
          <a:lstStyle/>
          <a:p>
            <a:pPr marL="469265" indent="-456565">
              <a:lnSpc>
                <a:spcPct val="100000"/>
              </a:lnSpc>
              <a:spcBef>
                <a:spcPts val="95"/>
              </a:spcBef>
              <a:buFont typeface="Arial MT"/>
              <a:buChar char="•"/>
              <a:tabLst>
                <a:tab pos="469265" algn="l"/>
              </a:tabLst>
            </a:pPr>
            <a:r>
              <a:rPr sz="3200" dirty="0">
                <a:latin typeface="Calibri"/>
                <a:cs typeface="Calibri"/>
              </a:rPr>
              <a:t>Handles</a:t>
            </a:r>
            <a:r>
              <a:rPr sz="3200" spc="-40" dirty="0">
                <a:latin typeface="Calibri"/>
                <a:cs typeface="Calibri"/>
              </a:rPr>
              <a:t> </a:t>
            </a:r>
            <a:r>
              <a:rPr sz="3200" dirty="0">
                <a:latin typeface="Calibri"/>
                <a:cs typeface="Calibri"/>
              </a:rPr>
              <a:t>user</a:t>
            </a:r>
            <a:r>
              <a:rPr sz="3200" spc="-40" dirty="0">
                <a:latin typeface="Calibri"/>
                <a:cs typeface="Calibri"/>
              </a:rPr>
              <a:t> </a:t>
            </a:r>
            <a:r>
              <a:rPr sz="3200" dirty="0">
                <a:latin typeface="Calibri"/>
                <a:cs typeface="Calibri"/>
              </a:rPr>
              <a:t>login</a:t>
            </a:r>
            <a:r>
              <a:rPr sz="3200" spc="-30" dirty="0">
                <a:latin typeface="Calibri"/>
                <a:cs typeface="Calibri"/>
              </a:rPr>
              <a:t> </a:t>
            </a:r>
            <a:r>
              <a:rPr sz="3200" dirty="0">
                <a:latin typeface="Calibri"/>
                <a:cs typeface="Calibri"/>
              </a:rPr>
              <a:t>with</a:t>
            </a:r>
            <a:r>
              <a:rPr sz="3200" spc="-60" dirty="0">
                <a:latin typeface="Calibri"/>
                <a:cs typeface="Calibri"/>
              </a:rPr>
              <a:t> </a:t>
            </a:r>
            <a:r>
              <a:rPr sz="3200" dirty="0">
                <a:latin typeface="Calibri"/>
                <a:cs typeface="Calibri"/>
              </a:rPr>
              <a:t>Full</a:t>
            </a:r>
            <a:r>
              <a:rPr sz="3200" spc="-45" dirty="0">
                <a:latin typeface="Calibri"/>
                <a:cs typeface="Calibri"/>
              </a:rPr>
              <a:t> </a:t>
            </a:r>
            <a:r>
              <a:rPr sz="3200" dirty="0">
                <a:latin typeface="Calibri"/>
                <a:cs typeface="Calibri"/>
              </a:rPr>
              <a:t>Name</a:t>
            </a:r>
            <a:r>
              <a:rPr sz="3200" spc="-20" dirty="0">
                <a:latin typeface="Calibri"/>
                <a:cs typeface="Calibri"/>
              </a:rPr>
              <a:t> </a:t>
            </a:r>
            <a:r>
              <a:rPr sz="3200" dirty="0">
                <a:latin typeface="Calibri"/>
                <a:cs typeface="Calibri"/>
              </a:rPr>
              <a:t>and</a:t>
            </a:r>
            <a:r>
              <a:rPr sz="3200" spc="-55" dirty="0">
                <a:latin typeface="Calibri"/>
                <a:cs typeface="Calibri"/>
              </a:rPr>
              <a:t> </a:t>
            </a:r>
            <a:r>
              <a:rPr sz="3200" dirty="0">
                <a:latin typeface="Calibri"/>
                <a:cs typeface="Calibri"/>
              </a:rPr>
              <a:t>Email</a:t>
            </a:r>
            <a:r>
              <a:rPr sz="3200" spc="-25" dirty="0">
                <a:latin typeface="Calibri"/>
                <a:cs typeface="Calibri"/>
              </a:rPr>
              <a:t> </a:t>
            </a:r>
            <a:r>
              <a:rPr sz="3200" spc="-10" dirty="0">
                <a:latin typeface="Calibri"/>
                <a:cs typeface="Calibri"/>
              </a:rPr>
              <a:t>fields.</a:t>
            </a:r>
            <a:endParaRPr sz="3200" dirty="0">
              <a:latin typeface="Calibri"/>
              <a:cs typeface="Calibri"/>
            </a:endParaRPr>
          </a:p>
          <a:p>
            <a:pPr marL="469265" indent="-456565">
              <a:lnSpc>
                <a:spcPct val="100000"/>
              </a:lnSpc>
              <a:buFont typeface="Arial MT"/>
              <a:buChar char="•"/>
              <a:tabLst>
                <a:tab pos="469265" algn="l"/>
              </a:tabLst>
            </a:pPr>
            <a:r>
              <a:rPr sz="3200" dirty="0">
                <a:latin typeface="Calibri"/>
                <a:cs typeface="Calibri"/>
              </a:rPr>
              <a:t>Admin</a:t>
            </a:r>
            <a:r>
              <a:rPr sz="3200" spc="-75" dirty="0">
                <a:latin typeface="Calibri"/>
                <a:cs typeface="Calibri"/>
              </a:rPr>
              <a:t> </a:t>
            </a:r>
            <a:r>
              <a:rPr sz="3200" dirty="0">
                <a:latin typeface="Calibri"/>
                <a:cs typeface="Calibri"/>
              </a:rPr>
              <a:t>portal</a:t>
            </a:r>
            <a:r>
              <a:rPr sz="3200" spc="-35" dirty="0">
                <a:latin typeface="Calibri"/>
                <a:cs typeface="Calibri"/>
              </a:rPr>
              <a:t> </a:t>
            </a:r>
            <a:r>
              <a:rPr sz="3200" dirty="0">
                <a:latin typeface="Calibri"/>
                <a:cs typeface="Calibri"/>
              </a:rPr>
              <a:t>requires</a:t>
            </a:r>
            <a:r>
              <a:rPr sz="3200" spc="-60" dirty="0">
                <a:latin typeface="Calibri"/>
                <a:cs typeface="Calibri"/>
              </a:rPr>
              <a:t> </a:t>
            </a:r>
            <a:r>
              <a:rPr sz="3200" dirty="0">
                <a:latin typeface="Calibri"/>
                <a:cs typeface="Calibri"/>
              </a:rPr>
              <a:t>a</a:t>
            </a:r>
            <a:r>
              <a:rPr sz="3200" spc="-90" dirty="0">
                <a:latin typeface="Calibri"/>
                <a:cs typeface="Calibri"/>
              </a:rPr>
              <a:t> </a:t>
            </a:r>
            <a:r>
              <a:rPr sz="3200" spc="-35" dirty="0">
                <a:latin typeface="Calibri"/>
                <a:cs typeface="Calibri"/>
              </a:rPr>
              <a:t>6-</a:t>
            </a:r>
            <a:r>
              <a:rPr sz="3200" dirty="0">
                <a:latin typeface="Calibri"/>
                <a:cs typeface="Calibri"/>
              </a:rPr>
              <a:t>digit</a:t>
            </a:r>
            <a:r>
              <a:rPr sz="3200" spc="-95" dirty="0">
                <a:latin typeface="Calibri"/>
                <a:cs typeface="Calibri"/>
              </a:rPr>
              <a:t> </a:t>
            </a:r>
            <a:r>
              <a:rPr sz="3200" dirty="0">
                <a:latin typeface="Calibri"/>
                <a:cs typeface="Calibri"/>
              </a:rPr>
              <a:t>access</a:t>
            </a:r>
            <a:r>
              <a:rPr sz="3200" spc="-75" dirty="0">
                <a:latin typeface="Calibri"/>
                <a:cs typeface="Calibri"/>
              </a:rPr>
              <a:t> </a:t>
            </a:r>
            <a:r>
              <a:rPr sz="3200" dirty="0">
                <a:latin typeface="Calibri"/>
                <a:cs typeface="Calibri"/>
              </a:rPr>
              <a:t>code</a:t>
            </a:r>
            <a:r>
              <a:rPr sz="3200" spc="-80" dirty="0">
                <a:latin typeface="Calibri"/>
                <a:cs typeface="Calibri"/>
              </a:rPr>
              <a:t> </a:t>
            </a:r>
            <a:r>
              <a:rPr sz="3200" dirty="0">
                <a:latin typeface="Calibri"/>
                <a:cs typeface="Calibri"/>
              </a:rPr>
              <a:t>for</a:t>
            </a:r>
            <a:r>
              <a:rPr sz="3200" spc="-90" dirty="0">
                <a:latin typeface="Calibri"/>
                <a:cs typeface="Calibri"/>
              </a:rPr>
              <a:t> </a:t>
            </a:r>
            <a:r>
              <a:rPr sz="3200" dirty="0">
                <a:latin typeface="Calibri"/>
                <a:cs typeface="Calibri"/>
              </a:rPr>
              <a:t>secure</a:t>
            </a:r>
            <a:r>
              <a:rPr sz="3200" spc="-60" dirty="0">
                <a:latin typeface="Calibri"/>
                <a:cs typeface="Calibri"/>
              </a:rPr>
              <a:t> </a:t>
            </a:r>
            <a:r>
              <a:rPr sz="3200" spc="-10" dirty="0">
                <a:latin typeface="Calibri"/>
                <a:cs typeface="Calibri"/>
              </a:rPr>
              <a:t>entry.</a:t>
            </a:r>
            <a:endParaRPr sz="3200" dirty="0">
              <a:latin typeface="Calibri"/>
              <a:cs typeface="Calibri"/>
            </a:endParaRPr>
          </a:p>
        </p:txBody>
      </p:sp>
      <p:sp>
        <p:nvSpPr>
          <p:cNvPr id="26" name="object 26"/>
          <p:cNvSpPr txBox="1"/>
          <p:nvPr/>
        </p:nvSpPr>
        <p:spPr>
          <a:xfrm>
            <a:off x="2136394" y="2646121"/>
            <a:ext cx="15618206" cy="7398820"/>
          </a:xfrm>
          <a:prstGeom prst="rect">
            <a:avLst/>
          </a:prstGeom>
        </p:spPr>
        <p:txBody>
          <a:bodyPr vert="horz" wrap="square" lIns="0" tIns="12065" rIns="0" bIns="0" rtlCol="0">
            <a:spAutoFit/>
          </a:bodyPr>
          <a:lstStyle/>
          <a:p>
            <a:pPr marL="12700">
              <a:lnSpc>
                <a:spcPct val="100000"/>
              </a:lnSpc>
              <a:spcBef>
                <a:spcPts val="95"/>
              </a:spcBef>
            </a:pPr>
            <a:r>
              <a:rPr sz="3200" b="1" dirty="0">
                <a:latin typeface="Calibri"/>
                <a:cs typeface="Calibri"/>
              </a:rPr>
              <a:t>Module</a:t>
            </a:r>
            <a:r>
              <a:rPr sz="3200" b="1" spc="-100" dirty="0">
                <a:latin typeface="Calibri"/>
                <a:cs typeface="Calibri"/>
              </a:rPr>
              <a:t> </a:t>
            </a:r>
            <a:r>
              <a:rPr sz="3200" b="1" dirty="0">
                <a:latin typeface="Calibri"/>
                <a:cs typeface="Calibri"/>
              </a:rPr>
              <a:t>2:</a:t>
            </a:r>
            <a:r>
              <a:rPr sz="3200" b="1" spc="-95" dirty="0">
                <a:latin typeface="Calibri"/>
                <a:cs typeface="Calibri"/>
              </a:rPr>
              <a:t> </a:t>
            </a:r>
            <a:r>
              <a:rPr lang="en-US" sz="3200" b="1" spc="-10" dirty="0">
                <a:latin typeface="Calibri"/>
                <a:cs typeface="Calibri"/>
              </a:rPr>
              <a:t>Job Listings</a:t>
            </a:r>
            <a:r>
              <a:rPr sz="3200" b="1" spc="-135" dirty="0">
                <a:latin typeface="Calibri"/>
                <a:cs typeface="Calibri"/>
              </a:rPr>
              <a:t> </a:t>
            </a:r>
            <a:r>
              <a:rPr sz="3200" b="1" spc="-10" dirty="0">
                <a:latin typeface="Calibri"/>
                <a:cs typeface="Calibri"/>
              </a:rPr>
              <a:t>Module</a:t>
            </a:r>
            <a:endParaRPr sz="3200" dirty="0">
              <a:latin typeface="Calibri"/>
              <a:cs typeface="Calibri"/>
            </a:endParaRPr>
          </a:p>
          <a:p>
            <a:pPr marL="12700">
              <a:lnSpc>
                <a:spcPct val="100000"/>
              </a:lnSpc>
            </a:pPr>
            <a:r>
              <a:rPr lang="en-US" sz="3200" dirty="0"/>
              <a:t>Displays job title, company name, location, salary range, and required skills. Shows available job openings count with dynamic live update after each application. Admin can create, edit, and delete job postings from the dashboard</a:t>
            </a:r>
            <a:r>
              <a:rPr sz="3200" spc="-10" dirty="0">
                <a:latin typeface="Calibri"/>
                <a:cs typeface="Calibri"/>
              </a:rPr>
              <a:t>.</a:t>
            </a:r>
            <a:endParaRPr sz="3200" dirty="0">
              <a:latin typeface="Calibri"/>
              <a:cs typeface="Calibri"/>
            </a:endParaRPr>
          </a:p>
          <a:p>
            <a:pPr marL="12700">
              <a:lnSpc>
                <a:spcPct val="100000"/>
              </a:lnSpc>
            </a:pPr>
            <a:r>
              <a:rPr sz="3200" b="1" dirty="0">
                <a:latin typeface="Calibri"/>
                <a:cs typeface="Calibri"/>
              </a:rPr>
              <a:t>Module</a:t>
            </a:r>
            <a:r>
              <a:rPr sz="3200" b="1" spc="-65" dirty="0">
                <a:latin typeface="Calibri"/>
                <a:cs typeface="Calibri"/>
              </a:rPr>
              <a:t> </a:t>
            </a:r>
            <a:r>
              <a:rPr sz="3200" b="1" dirty="0">
                <a:latin typeface="Calibri"/>
                <a:cs typeface="Calibri"/>
              </a:rPr>
              <a:t>3:</a:t>
            </a:r>
            <a:r>
              <a:rPr sz="3200" b="1" spc="-70" dirty="0">
                <a:latin typeface="Calibri"/>
                <a:cs typeface="Calibri"/>
              </a:rPr>
              <a:t> </a:t>
            </a:r>
            <a:r>
              <a:rPr lang="en-US" sz="3200" b="1" spc="-10" dirty="0">
                <a:latin typeface="Calibri"/>
                <a:cs typeface="Calibri"/>
              </a:rPr>
              <a:t>Job Application Module</a:t>
            </a:r>
            <a:endParaRPr sz="3200" dirty="0">
              <a:latin typeface="Calibri"/>
              <a:cs typeface="Calibri"/>
            </a:endParaRPr>
          </a:p>
          <a:p>
            <a:pPr marL="12700">
              <a:lnSpc>
                <a:spcPct val="100000"/>
              </a:lnSpc>
              <a:spcBef>
                <a:spcPts val="5"/>
              </a:spcBef>
            </a:pPr>
            <a:r>
              <a:rPr lang="en-US" sz="3200" dirty="0"/>
              <a:t>Input fields: Name, Email, Department, Resume Link, Number of Positions. Prevents duplicate applications; calculates total application fee in real-time. Validates all inputs before confirming the application submission.</a:t>
            </a:r>
            <a:endParaRPr sz="3200" dirty="0">
              <a:latin typeface="Calibri"/>
              <a:cs typeface="Calibri"/>
            </a:endParaRPr>
          </a:p>
          <a:p>
            <a:pPr marL="12700">
              <a:lnSpc>
                <a:spcPct val="100000"/>
              </a:lnSpc>
            </a:pPr>
            <a:r>
              <a:rPr sz="3200" b="1" dirty="0">
                <a:latin typeface="Calibri"/>
                <a:cs typeface="Calibri"/>
              </a:rPr>
              <a:t>Module</a:t>
            </a:r>
            <a:r>
              <a:rPr sz="3200" b="1" spc="-50" dirty="0">
                <a:latin typeface="Calibri"/>
                <a:cs typeface="Calibri"/>
              </a:rPr>
              <a:t> </a:t>
            </a:r>
            <a:r>
              <a:rPr sz="3200" b="1" dirty="0">
                <a:latin typeface="Calibri"/>
                <a:cs typeface="Calibri"/>
              </a:rPr>
              <a:t>4:</a:t>
            </a:r>
            <a:r>
              <a:rPr sz="3200" b="1" spc="-50" dirty="0">
                <a:latin typeface="Calibri"/>
                <a:cs typeface="Calibri"/>
              </a:rPr>
              <a:t> </a:t>
            </a:r>
            <a:r>
              <a:rPr sz="3200" b="1" spc="-20" dirty="0">
                <a:latin typeface="Calibri"/>
                <a:cs typeface="Calibri"/>
              </a:rPr>
              <a:t>Validation</a:t>
            </a:r>
            <a:r>
              <a:rPr sz="3200" b="1" spc="-105" dirty="0">
                <a:latin typeface="Calibri"/>
                <a:cs typeface="Calibri"/>
              </a:rPr>
              <a:t> </a:t>
            </a:r>
            <a:r>
              <a:rPr sz="3200" b="1" spc="-10" dirty="0">
                <a:latin typeface="Calibri"/>
                <a:cs typeface="Calibri"/>
              </a:rPr>
              <a:t>Module</a:t>
            </a:r>
            <a:endParaRPr sz="3200" dirty="0">
              <a:latin typeface="Calibri"/>
              <a:cs typeface="Calibri"/>
            </a:endParaRPr>
          </a:p>
          <a:p>
            <a:pPr marL="12700" marR="431165">
              <a:lnSpc>
                <a:spcPct val="100000"/>
              </a:lnSpc>
            </a:pPr>
            <a:r>
              <a:rPr lang="en-US" sz="3200" dirty="0"/>
              <a:t>Generates digital application confirmation with unique Application ID and QR Code after submission. All fields are mandatory; email must be in valid format</a:t>
            </a:r>
            <a:r>
              <a:rPr sz="3200" spc="-10" dirty="0">
                <a:latin typeface="Calibri"/>
                <a:cs typeface="Calibri"/>
              </a:rPr>
              <a:t>.</a:t>
            </a:r>
            <a:endParaRPr sz="3200" dirty="0">
              <a:latin typeface="Calibri"/>
              <a:cs typeface="Calibri"/>
            </a:endParaRPr>
          </a:p>
          <a:p>
            <a:pPr marL="12700">
              <a:lnSpc>
                <a:spcPct val="100000"/>
              </a:lnSpc>
              <a:spcBef>
                <a:spcPts val="5"/>
              </a:spcBef>
            </a:pPr>
            <a:r>
              <a:rPr sz="3200" b="1" dirty="0">
                <a:latin typeface="Calibri"/>
                <a:cs typeface="Calibri"/>
              </a:rPr>
              <a:t>Module</a:t>
            </a:r>
            <a:r>
              <a:rPr sz="3200" b="1" spc="-75" dirty="0">
                <a:latin typeface="Calibri"/>
                <a:cs typeface="Calibri"/>
              </a:rPr>
              <a:t> </a:t>
            </a:r>
            <a:r>
              <a:rPr sz="3200" b="1" dirty="0">
                <a:latin typeface="Calibri"/>
                <a:cs typeface="Calibri"/>
              </a:rPr>
              <a:t>5:</a:t>
            </a:r>
            <a:r>
              <a:rPr sz="3200" b="1" spc="-75" dirty="0">
                <a:latin typeface="Calibri"/>
                <a:cs typeface="Calibri"/>
              </a:rPr>
              <a:t> </a:t>
            </a:r>
            <a:r>
              <a:rPr lang="en-US" sz="3200" b="1" dirty="0"/>
              <a:t>Application Confirmation &amp; Admin Panel Module </a:t>
            </a:r>
            <a:r>
              <a:rPr lang="en-US" sz="3200" dirty="0"/>
              <a:t>Generates</a:t>
            </a:r>
            <a:r>
              <a:rPr lang="en-US" sz="2400" b="1" dirty="0"/>
              <a:t> </a:t>
            </a:r>
            <a:r>
              <a:rPr lang="en-US" sz="3200" dirty="0"/>
              <a:t>digital application confirmation with unique Application ID and QR Code after submission. Admin dashboard shows Total Applications, Jobs Posted, Revenue, Unique Candidates. Admin can Add Jobs, Edit Jobs, view Applications, and manage Settings.</a:t>
            </a:r>
            <a:endParaRPr sz="32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4568" y="6653783"/>
            <a:ext cx="993775" cy="993775"/>
          </a:xfrm>
          <a:custGeom>
            <a:avLst/>
            <a:gdLst/>
            <a:ahLst/>
            <a:cxnLst/>
            <a:rect l="l" t="t" r="r" b="b"/>
            <a:pathLst>
              <a:path w="993775" h="993775">
                <a:moveTo>
                  <a:pt x="496823" y="0"/>
                </a:moveTo>
                <a:lnTo>
                  <a:pt x="448977" y="2273"/>
                </a:lnTo>
                <a:lnTo>
                  <a:pt x="402417" y="8956"/>
                </a:lnTo>
                <a:lnTo>
                  <a:pt x="357351" y="19839"/>
                </a:lnTo>
                <a:lnTo>
                  <a:pt x="313989" y="34716"/>
                </a:lnTo>
                <a:lnTo>
                  <a:pt x="272538" y="53377"/>
                </a:lnTo>
                <a:lnTo>
                  <a:pt x="233207" y="75615"/>
                </a:lnTo>
                <a:lnTo>
                  <a:pt x="196203" y="101222"/>
                </a:lnTo>
                <a:lnTo>
                  <a:pt x="161736" y="129990"/>
                </a:lnTo>
                <a:lnTo>
                  <a:pt x="130012" y="161710"/>
                </a:lnTo>
                <a:lnTo>
                  <a:pt x="101241" y="196176"/>
                </a:lnTo>
                <a:lnTo>
                  <a:pt x="75630" y="233179"/>
                </a:lnTo>
                <a:lnTo>
                  <a:pt x="53388" y="272510"/>
                </a:lnTo>
                <a:lnTo>
                  <a:pt x="34724" y="313963"/>
                </a:lnTo>
                <a:lnTo>
                  <a:pt x="19844" y="357329"/>
                </a:lnTo>
                <a:lnTo>
                  <a:pt x="8958" y="402399"/>
                </a:lnTo>
                <a:lnTo>
                  <a:pt x="2274" y="448967"/>
                </a:lnTo>
                <a:lnTo>
                  <a:pt x="0" y="496823"/>
                </a:lnTo>
                <a:lnTo>
                  <a:pt x="2274" y="544680"/>
                </a:lnTo>
                <a:lnTo>
                  <a:pt x="8958" y="591248"/>
                </a:lnTo>
                <a:lnTo>
                  <a:pt x="19844" y="636318"/>
                </a:lnTo>
                <a:lnTo>
                  <a:pt x="34724" y="679684"/>
                </a:lnTo>
                <a:lnTo>
                  <a:pt x="53388" y="721137"/>
                </a:lnTo>
                <a:lnTo>
                  <a:pt x="75630" y="760468"/>
                </a:lnTo>
                <a:lnTo>
                  <a:pt x="101241" y="797471"/>
                </a:lnTo>
                <a:lnTo>
                  <a:pt x="130012" y="831937"/>
                </a:lnTo>
                <a:lnTo>
                  <a:pt x="161736" y="863657"/>
                </a:lnTo>
                <a:lnTo>
                  <a:pt x="196203" y="892425"/>
                </a:lnTo>
                <a:lnTo>
                  <a:pt x="233207" y="918032"/>
                </a:lnTo>
                <a:lnTo>
                  <a:pt x="272538" y="940270"/>
                </a:lnTo>
                <a:lnTo>
                  <a:pt x="313989" y="958931"/>
                </a:lnTo>
                <a:lnTo>
                  <a:pt x="357351" y="973808"/>
                </a:lnTo>
                <a:lnTo>
                  <a:pt x="402417" y="984691"/>
                </a:lnTo>
                <a:lnTo>
                  <a:pt x="448977" y="991374"/>
                </a:lnTo>
                <a:lnTo>
                  <a:pt x="496823" y="993647"/>
                </a:lnTo>
                <a:lnTo>
                  <a:pt x="544680" y="991374"/>
                </a:lnTo>
                <a:lnTo>
                  <a:pt x="591248" y="984691"/>
                </a:lnTo>
                <a:lnTo>
                  <a:pt x="636318" y="973808"/>
                </a:lnTo>
                <a:lnTo>
                  <a:pt x="679684" y="958931"/>
                </a:lnTo>
                <a:lnTo>
                  <a:pt x="721137" y="940270"/>
                </a:lnTo>
                <a:lnTo>
                  <a:pt x="760468" y="918032"/>
                </a:lnTo>
                <a:lnTo>
                  <a:pt x="797471" y="892425"/>
                </a:lnTo>
                <a:lnTo>
                  <a:pt x="831937" y="863657"/>
                </a:lnTo>
                <a:lnTo>
                  <a:pt x="863657" y="831937"/>
                </a:lnTo>
                <a:lnTo>
                  <a:pt x="892425" y="797471"/>
                </a:lnTo>
                <a:lnTo>
                  <a:pt x="918032" y="760468"/>
                </a:lnTo>
                <a:lnTo>
                  <a:pt x="940270" y="721137"/>
                </a:lnTo>
                <a:lnTo>
                  <a:pt x="958931" y="679684"/>
                </a:lnTo>
                <a:lnTo>
                  <a:pt x="973808" y="636318"/>
                </a:lnTo>
                <a:lnTo>
                  <a:pt x="984691" y="591248"/>
                </a:lnTo>
                <a:lnTo>
                  <a:pt x="991374" y="544680"/>
                </a:lnTo>
                <a:lnTo>
                  <a:pt x="993648" y="496823"/>
                </a:lnTo>
                <a:lnTo>
                  <a:pt x="991374" y="448967"/>
                </a:lnTo>
                <a:lnTo>
                  <a:pt x="984691" y="402399"/>
                </a:lnTo>
                <a:lnTo>
                  <a:pt x="973808" y="357329"/>
                </a:lnTo>
                <a:lnTo>
                  <a:pt x="958931" y="313963"/>
                </a:lnTo>
                <a:lnTo>
                  <a:pt x="940270" y="272510"/>
                </a:lnTo>
                <a:lnTo>
                  <a:pt x="918032" y="233179"/>
                </a:lnTo>
                <a:lnTo>
                  <a:pt x="892425" y="196176"/>
                </a:lnTo>
                <a:lnTo>
                  <a:pt x="863657" y="161710"/>
                </a:lnTo>
                <a:lnTo>
                  <a:pt x="831937" y="129990"/>
                </a:lnTo>
                <a:lnTo>
                  <a:pt x="797471" y="101222"/>
                </a:lnTo>
                <a:lnTo>
                  <a:pt x="760468" y="75615"/>
                </a:lnTo>
                <a:lnTo>
                  <a:pt x="721137" y="53377"/>
                </a:lnTo>
                <a:lnTo>
                  <a:pt x="679684" y="34716"/>
                </a:lnTo>
                <a:lnTo>
                  <a:pt x="636318" y="19839"/>
                </a:lnTo>
                <a:lnTo>
                  <a:pt x="591248" y="8956"/>
                </a:lnTo>
                <a:lnTo>
                  <a:pt x="544680" y="2273"/>
                </a:lnTo>
                <a:lnTo>
                  <a:pt x="496823" y="0"/>
                </a:lnTo>
                <a:close/>
              </a:path>
            </a:pathLst>
          </a:custGeom>
          <a:solidFill>
            <a:srgbClr val="FC611F"/>
          </a:solidFill>
        </p:spPr>
        <p:txBody>
          <a:bodyPr wrap="square" lIns="0" tIns="0" rIns="0" bIns="0" rtlCol="0"/>
          <a:lstStyle/>
          <a:p>
            <a:endParaRPr/>
          </a:p>
        </p:txBody>
      </p:sp>
      <p:sp>
        <p:nvSpPr>
          <p:cNvPr id="3" name="object 3"/>
          <p:cNvSpPr txBox="1"/>
          <p:nvPr/>
        </p:nvSpPr>
        <p:spPr>
          <a:xfrm>
            <a:off x="1120546" y="6921245"/>
            <a:ext cx="217804" cy="391160"/>
          </a:xfrm>
          <a:prstGeom prst="rect">
            <a:avLst/>
          </a:prstGeom>
        </p:spPr>
        <p:txBody>
          <a:bodyPr vert="horz" wrap="square" lIns="0" tIns="12700" rIns="0" bIns="0" rtlCol="0">
            <a:spAutoFit/>
          </a:bodyPr>
          <a:lstStyle/>
          <a:p>
            <a:pPr marL="12700">
              <a:lnSpc>
                <a:spcPct val="100000"/>
              </a:lnSpc>
              <a:spcBef>
                <a:spcPts val="100"/>
              </a:spcBef>
            </a:pPr>
            <a:r>
              <a:rPr sz="2400" b="1" spc="-50" dirty="0">
                <a:solidFill>
                  <a:srgbClr val="001F5F"/>
                </a:solidFill>
                <a:latin typeface="Tahoma"/>
                <a:cs typeface="Tahoma"/>
              </a:rPr>
              <a:t>8</a:t>
            </a:r>
            <a:endParaRPr sz="2400">
              <a:latin typeface="Tahoma"/>
              <a:cs typeface="Tahoma"/>
            </a:endParaRPr>
          </a:p>
        </p:txBody>
      </p:sp>
      <p:sp>
        <p:nvSpPr>
          <p:cNvPr id="4" name="object 4"/>
          <p:cNvSpPr/>
          <p:nvPr/>
        </p:nvSpPr>
        <p:spPr>
          <a:xfrm>
            <a:off x="979932" y="3317747"/>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52245" y="3426967"/>
            <a:ext cx="158115" cy="285115"/>
          </a:xfrm>
          <a:prstGeom prst="rect">
            <a:avLst/>
          </a:prstGeom>
        </p:spPr>
        <p:txBody>
          <a:bodyPr vert="horz" wrap="square" lIns="0" tIns="12700" rIns="0" bIns="0" rtlCol="0">
            <a:spAutoFit/>
          </a:bodyPr>
          <a:lstStyle/>
          <a:p>
            <a:pPr marL="12700">
              <a:lnSpc>
                <a:spcPct val="100000"/>
              </a:lnSpc>
              <a:spcBef>
                <a:spcPts val="100"/>
              </a:spcBef>
            </a:pPr>
            <a:r>
              <a:rPr sz="1700" spc="60" dirty="0">
                <a:solidFill>
                  <a:srgbClr val="181818"/>
                </a:solidFill>
                <a:latin typeface="Tahoma"/>
                <a:cs typeface="Tahoma"/>
              </a:rPr>
              <a:t>3</a:t>
            </a:r>
            <a:endParaRPr sz="1700">
              <a:latin typeface="Tahoma"/>
              <a:cs typeface="Tahoma"/>
            </a:endParaRPr>
          </a:p>
        </p:txBody>
      </p:sp>
      <p:sp>
        <p:nvSpPr>
          <p:cNvPr id="6" name="object 6"/>
          <p:cNvSpPr/>
          <p:nvPr/>
        </p:nvSpPr>
        <p:spPr>
          <a:xfrm>
            <a:off x="979932" y="1982723"/>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3"/>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7" name="object 7"/>
          <p:cNvSpPr txBox="1"/>
          <p:nvPr/>
        </p:nvSpPr>
        <p:spPr>
          <a:xfrm>
            <a:off x="1179677" y="209321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8" name="object 8"/>
          <p:cNvSpPr/>
          <p:nvPr/>
        </p:nvSpPr>
        <p:spPr>
          <a:xfrm>
            <a:off x="979932" y="3985259"/>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46149" y="4094733"/>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10" name="object 10"/>
          <p:cNvSpPr/>
          <p:nvPr/>
        </p:nvSpPr>
        <p:spPr>
          <a:xfrm>
            <a:off x="979932" y="2650235"/>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4"/>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1" name="object 11"/>
          <p:cNvSpPr txBox="1"/>
          <p:nvPr/>
        </p:nvSpPr>
        <p:spPr>
          <a:xfrm>
            <a:off x="1152245" y="2759201"/>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2" name="object 12"/>
          <p:cNvSpPr/>
          <p:nvPr/>
        </p:nvSpPr>
        <p:spPr>
          <a:xfrm>
            <a:off x="979932" y="5320284"/>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3" name="object 13"/>
          <p:cNvSpPr/>
          <p:nvPr/>
        </p:nvSpPr>
        <p:spPr>
          <a:xfrm>
            <a:off x="979932" y="4652771"/>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4" name="object 14"/>
          <p:cNvSpPr/>
          <p:nvPr/>
        </p:nvSpPr>
        <p:spPr>
          <a:xfrm>
            <a:off x="979932" y="5987796"/>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5" name="object 15"/>
          <p:cNvSpPr txBox="1"/>
          <p:nvPr/>
        </p:nvSpPr>
        <p:spPr>
          <a:xfrm>
            <a:off x="1149197" y="4762626"/>
            <a:ext cx="165735" cy="1621155"/>
          </a:xfrm>
          <a:prstGeom prst="rect">
            <a:avLst/>
          </a:prstGeom>
        </p:spPr>
        <p:txBody>
          <a:bodyPr vert="horz" wrap="square" lIns="0" tIns="13335" rIns="0" bIns="0" rtlCol="0">
            <a:spAutoFit/>
          </a:bodyPr>
          <a:lstStyle/>
          <a:p>
            <a:pPr marL="15240">
              <a:lnSpc>
                <a:spcPct val="100000"/>
              </a:lnSpc>
              <a:spcBef>
                <a:spcPts val="105"/>
              </a:spcBef>
            </a:pPr>
            <a:r>
              <a:rPr sz="1700" spc="60" dirty="0">
                <a:solidFill>
                  <a:srgbClr val="181818"/>
                </a:solidFill>
                <a:latin typeface="Tahoma"/>
                <a:cs typeface="Tahoma"/>
              </a:rPr>
              <a:t>5</a:t>
            </a:r>
            <a:endParaRPr sz="1700" dirty="0">
              <a:latin typeface="Tahoma"/>
              <a:cs typeface="Tahoma"/>
            </a:endParaRPr>
          </a:p>
          <a:p>
            <a:pPr>
              <a:lnSpc>
                <a:spcPct val="100000"/>
              </a:lnSpc>
              <a:spcBef>
                <a:spcPts val="1165"/>
              </a:spcBef>
            </a:pPr>
            <a:endParaRPr sz="1700" dirty="0">
              <a:latin typeface="Tahoma"/>
              <a:cs typeface="Tahoma"/>
            </a:endParaRPr>
          </a:p>
          <a:p>
            <a:pPr marL="12700">
              <a:lnSpc>
                <a:spcPct val="100000"/>
              </a:lnSpc>
            </a:pPr>
            <a:r>
              <a:rPr sz="1700" spc="125" dirty="0">
                <a:solidFill>
                  <a:srgbClr val="181818"/>
                </a:solidFill>
                <a:latin typeface="Tahoma"/>
                <a:cs typeface="Tahoma"/>
              </a:rPr>
              <a:t>6</a:t>
            </a:r>
            <a:endParaRPr sz="1700" dirty="0">
              <a:latin typeface="Tahoma"/>
              <a:cs typeface="Tahoma"/>
            </a:endParaRPr>
          </a:p>
          <a:p>
            <a:pPr>
              <a:lnSpc>
                <a:spcPct val="100000"/>
              </a:lnSpc>
              <a:spcBef>
                <a:spcPts val="1165"/>
              </a:spcBef>
            </a:pPr>
            <a:endParaRPr sz="1700" dirty="0">
              <a:latin typeface="Tahoma"/>
              <a:cs typeface="Tahoma"/>
            </a:endParaRPr>
          </a:p>
          <a:p>
            <a:pPr marL="18415">
              <a:lnSpc>
                <a:spcPct val="100000"/>
              </a:lnSpc>
            </a:pPr>
            <a:r>
              <a:rPr sz="1700" spc="30" dirty="0">
                <a:solidFill>
                  <a:srgbClr val="181818"/>
                </a:solidFill>
                <a:latin typeface="Tahoma"/>
                <a:cs typeface="Tahoma"/>
              </a:rPr>
              <a:t>7</a:t>
            </a:r>
            <a:endParaRPr sz="1700" dirty="0">
              <a:latin typeface="Tahoma"/>
              <a:cs typeface="Tahoma"/>
            </a:endParaRPr>
          </a:p>
        </p:txBody>
      </p:sp>
      <p:sp>
        <p:nvSpPr>
          <p:cNvPr id="16" name="object 16"/>
          <p:cNvSpPr/>
          <p:nvPr/>
        </p:nvSpPr>
        <p:spPr>
          <a:xfrm>
            <a:off x="979932" y="7761731"/>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4"/>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17" name="object 17"/>
          <p:cNvSpPr txBox="1"/>
          <p:nvPr/>
        </p:nvSpPr>
        <p:spPr>
          <a:xfrm>
            <a:off x="1149197" y="7872806"/>
            <a:ext cx="165735" cy="285750"/>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9</a:t>
            </a:r>
            <a:endParaRPr sz="1700">
              <a:latin typeface="Tahoma"/>
              <a:cs typeface="Tahoma"/>
            </a:endParaRPr>
          </a:p>
        </p:txBody>
      </p:sp>
      <p:grpSp>
        <p:nvGrpSpPr>
          <p:cNvPr id="18" name="object 18"/>
          <p:cNvGrpSpPr/>
          <p:nvPr/>
        </p:nvGrpSpPr>
        <p:grpSpPr>
          <a:xfrm>
            <a:off x="16312895" y="1030224"/>
            <a:ext cx="948055" cy="234950"/>
            <a:chOff x="16312895" y="1030224"/>
            <a:chExt cx="948055" cy="234950"/>
          </a:xfrm>
        </p:grpSpPr>
        <p:pic>
          <p:nvPicPr>
            <p:cNvPr id="19" name="object 19"/>
            <p:cNvPicPr/>
            <p:nvPr/>
          </p:nvPicPr>
          <p:blipFill>
            <a:blip r:embed="rId2" cstate="print"/>
            <a:stretch>
              <a:fillRect/>
            </a:stretch>
          </p:blipFill>
          <p:spPr>
            <a:xfrm>
              <a:off x="16334231" y="1051560"/>
              <a:ext cx="487425" cy="48768"/>
            </a:xfrm>
            <a:prstGeom prst="rect">
              <a:avLst/>
            </a:prstGeom>
          </p:spPr>
        </p:pic>
        <p:sp>
          <p:nvSpPr>
            <p:cNvPr id="20" name="object 20"/>
            <p:cNvSpPr/>
            <p:nvPr/>
          </p:nvSpPr>
          <p:spPr>
            <a:xfrm>
              <a:off x="16314419" y="1031748"/>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21" name="object 21"/>
          <p:cNvSpPr txBox="1">
            <a:spLocks noGrp="1"/>
          </p:cNvSpPr>
          <p:nvPr>
            <p:ph type="title"/>
          </p:nvPr>
        </p:nvSpPr>
        <p:spPr>
          <a:prstGeom prst="rect">
            <a:avLst/>
          </a:prstGeom>
        </p:spPr>
        <p:txBody>
          <a:bodyPr vert="horz" wrap="square" lIns="0" tIns="65023" rIns="0" bIns="0" rtlCol="0">
            <a:spAutoFit/>
          </a:bodyPr>
          <a:lstStyle/>
          <a:p>
            <a:pPr marL="353695">
              <a:lnSpc>
                <a:spcPct val="100000"/>
              </a:lnSpc>
              <a:spcBef>
                <a:spcPts val="100"/>
              </a:spcBef>
            </a:pPr>
            <a:r>
              <a:rPr spc="-40" dirty="0"/>
              <a:t>IMPLEMENTATION</a:t>
            </a:r>
            <a:r>
              <a:rPr spc="-204" dirty="0"/>
              <a:t> </a:t>
            </a:r>
            <a:r>
              <a:rPr spc="-10" dirty="0"/>
              <a:t>SCREENSHOTS</a:t>
            </a:r>
          </a:p>
        </p:txBody>
      </p:sp>
      <p:sp>
        <p:nvSpPr>
          <p:cNvPr id="22" name="object 22"/>
          <p:cNvSpPr txBox="1">
            <a:spLocks noGrp="1"/>
          </p:cNvSpPr>
          <p:nvPr>
            <p:ph type="body" idx="1"/>
          </p:nvPr>
        </p:nvSpPr>
        <p:spPr>
          <a:prstGeom prst="rect">
            <a:avLst/>
          </a:prstGeom>
        </p:spPr>
        <p:txBody>
          <a:bodyPr vert="horz" wrap="square" lIns="0" tIns="12065" rIns="0" bIns="0" rtlCol="0">
            <a:spAutoFit/>
          </a:bodyPr>
          <a:lstStyle/>
          <a:p>
            <a:pPr marL="12700">
              <a:lnSpc>
                <a:spcPts val="2995"/>
              </a:lnSpc>
              <a:spcBef>
                <a:spcPts val="95"/>
              </a:spcBef>
            </a:pPr>
            <a:r>
              <a:rPr dirty="0"/>
              <a:t>Login</a:t>
            </a:r>
            <a:r>
              <a:rPr spc="-65" dirty="0"/>
              <a:t> </a:t>
            </a:r>
            <a:r>
              <a:rPr spc="-10" dirty="0"/>
              <a:t>Page:</a:t>
            </a:r>
          </a:p>
          <a:p>
            <a:pPr marL="356870" marR="5080" indent="-344805">
              <a:lnSpc>
                <a:spcPts val="3360"/>
              </a:lnSpc>
              <a:spcBef>
                <a:spcPts val="105"/>
              </a:spcBef>
              <a:buFont typeface="Arial MT"/>
              <a:buChar char="•"/>
              <a:tabLst>
                <a:tab pos="356870" algn="l"/>
              </a:tabLst>
            </a:pPr>
            <a:r>
              <a:rPr sz="2800" b="0" dirty="0">
                <a:latin typeface="Times New Roman"/>
                <a:cs typeface="Times New Roman"/>
              </a:rPr>
              <a:t>Allows</a:t>
            </a:r>
            <a:r>
              <a:rPr sz="2800" b="0" spc="-55" dirty="0">
                <a:latin typeface="Times New Roman"/>
                <a:cs typeface="Times New Roman"/>
              </a:rPr>
              <a:t> </a:t>
            </a:r>
            <a:r>
              <a:rPr sz="2800" b="0" dirty="0">
                <a:latin typeface="Times New Roman"/>
                <a:cs typeface="Times New Roman"/>
              </a:rPr>
              <a:t>users</a:t>
            </a:r>
            <a:r>
              <a:rPr sz="2800" b="0" spc="-55" dirty="0">
                <a:latin typeface="Times New Roman"/>
                <a:cs typeface="Times New Roman"/>
              </a:rPr>
              <a:t> </a:t>
            </a:r>
            <a:r>
              <a:rPr sz="2800" b="0" dirty="0">
                <a:latin typeface="Times New Roman"/>
                <a:cs typeface="Times New Roman"/>
              </a:rPr>
              <a:t>to</a:t>
            </a:r>
            <a:r>
              <a:rPr sz="2800" b="0" spc="-30" dirty="0">
                <a:latin typeface="Times New Roman"/>
                <a:cs typeface="Times New Roman"/>
              </a:rPr>
              <a:t> </a:t>
            </a:r>
            <a:r>
              <a:rPr sz="2800" b="0" dirty="0">
                <a:latin typeface="Times New Roman"/>
                <a:cs typeface="Times New Roman"/>
              </a:rPr>
              <a:t>enter</a:t>
            </a:r>
            <a:r>
              <a:rPr sz="2800" b="0" spc="-65" dirty="0">
                <a:latin typeface="Times New Roman"/>
                <a:cs typeface="Times New Roman"/>
              </a:rPr>
              <a:t> </a:t>
            </a:r>
            <a:r>
              <a:rPr sz="2800" b="0" dirty="0">
                <a:latin typeface="Times New Roman"/>
                <a:cs typeface="Times New Roman"/>
              </a:rPr>
              <a:t>Full</a:t>
            </a:r>
            <a:r>
              <a:rPr sz="2800" b="0" spc="-55" dirty="0">
                <a:latin typeface="Times New Roman"/>
                <a:cs typeface="Times New Roman"/>
              </a:rPr>
              <a:t> </a:t>
            </a:r>
            <a:r>
              <a:rPr sz="2800" b="0" dirty="0">
                <a:latin typeface="Times New Roman"/>
                <a:cs typeface="Times New Roman"/>
              </a:rPr>
              <a:t>Name</a:t>
            </a:r>
            <a:r>
              <a:rPr sz="2800" b="0" spc="5" dirty="0">
                <a:latin typeface="Times New Roman"/>
                <a:cs typeface="Times New Roman"/>
              </a:rPr>
              <a:t> </a:t>
            </a:r>
            <a:r>
              <a:rPr sz="2800" b="0" dirty="0">
                <a:latin typeface="Times New Roman"/>
                <a:cs typeface="Times New Roman"/>
              </a:rPr>
              <a:t>and</a:t>
            </a:r>
            <a:r>
              <a:rPr sz="2800" b="0" spc="-30" dirty="0">
                <a:latin typeface="Times New Roman"/>
                <a:cs typeface="Times New Roman"/>
              </a:rPr>
              <a:t> </a:t>
            </a:r>
            <a:r>
              <a:rPr sz="2800" b="0" dirty="0">
                <a:latin typeface="Times New Roman"/>
                <a:cs typeface="Times New Roman"/>
              </a:rPr>
              <a:t>Email</a:t>
            </a:r>
            <a:r>
              <a:rPr sz="2800" b="0" spc="-5" dirty="0">
                <a:latin typeface="Times New Roman"/>
                <a:cs typeface="Times New Roman"/>
              </a:rPr>
              <a:t> </a:t>
            </a:r>
            <a:r>
              <a:rPr sz="2800" b="0" dirty="0">
                <a:latin typeface="Times New Roman"/>
                <a:cs typeface="Times New Roman"/>
              </a:rPr>
              <a:t>to</a:t>
            </a:r>
            <a:r>
              <a:rPr sz="2800" b="0" spc="-30" dirty="0">
                <a:latin typeface="Times New Roman"/>
                <a:cs typeface="Times New Roman"/>
              </a:rPr>
              <a:t> </a:t>
            </a:r>
            <a:r>
              <a:rPr sz="2800" b="0" dirty="0">
                <a:latin typeface="Times New Roman"/>
                <a:cs typeface="Times New Roman"/>
              </a:rPr>
              <a:t>access</a:t>
            </a:r>
            <a:r>
              <a:rPr sz="2800" b="0" spc="-75" dirty="0">
                <a:latin typeface="Times New Roman"/>
                <a:cs typeface="Times New Roman"/>
              </a:rPr>
              <a:t> </a:t>
            </a:r>
            <a:r>
              <a:rPr sz="2800" b="0" spc="-25" dirty="0">
                <a:latin typeface="Times New Roman"/>
                <a:cs typeface="Times New Roman"/>
              </a:rPr>
              <a:t>the </a:t>
            </a:r>
            <a:r>
              <a:rPr sz="2800" b="0" spc="-10" dirty="0">
                <a:latin typeface="Times New Roman"/>
                <a:cs typeface="Times New Roman"/>
              </a:rPr>
              <a:t>system.</a:t>
            </a:r>
            <a:endParaRPr sz="2800">
              <a:latin typeface="Times New Roman"/>
              <a:cs typeface="Times New Roman"/>
            </a:endParaRPr>
          </a:p>
          <a:p>
            <a:pPr marL="356870" indent="-344170">
              <a:lnSpc>
                <a:spcPts val="3250"/>
              </a:lnSpc>
              <a:buFont typeface="Arial MT"/>
              <a:buChar char="•"/>
              <a:tabLst>
                <a:tab pos="356870" algn="l"/>
              </a:tabLst>
            </a:pPr>
            <a:r>
              <a:rPr sz="2800" b="0" spc="-25" dirty="0">
                <a:latin typeface="Times New Roman"/>
                <a:cs typeface="Times New Roman"/>
              </a:rPr>
              <a:t>Toggle</a:t>
            </a:r>
            <a:r>
              <a:rPr sz="2800" b="0" spc="-120" dirty="0">
                <a:latin typeface="Times New Roman"/>
                <a:cs typeface="Times New Roman"/>
              </a:rPr>
              <a:t> </a:t>
            </a:r>
            <a:r>
              <a:rPr sz="2800" b="0" dirty="0">
                <a:latin typeface="Times New Roman"/>
                <a:cs typeface="Times New Roman"/>
              </a:rPr>
              <a:t>between</a:t>
            </a:r>
            <a:r>
              <a:rPr sz="2800" b="0" spc="-80" dirty="0">
                <a:latin typeface="Times New Roman"/>
                <a:cs typeface="Times New Roman"/>
              </a:rPr>
              <a:t> </a:t>
            </a:r>
            <a:r>
              <a:rPr sz="2800" b="0" dirty="0">
                <a:latin typeface="Times New Roman"/>
                <a:cs typeface="Times New Roman"/>
              </a:rPr>
              <a:t>USER</a:t>
            </a:r>
            <a:r>
              <a:rPr sz="2800" b="0" spc="-10" dirty="0">
                <a:latin typeface="Times New Roman"/>
                <a:cs typeface="Times New Roman"/>
              </a:rPr>
              <a:t> </a:t>
            </a:r>
            <a:r>
              <a:rPr sz="2800" b="0" dirty="0">
                <a:latin typeface="Times New Roman"/>
                <a:cs typeface="Times New Roman"/>
              </a:rPr>
              <a:t>and</a:t>
            </a:r>
            <a:r>
              <a:rPr sz="2800" b="0" spc="-190" dirty="0">
                <a:latin typeface="Times New Roman"/>
                <a:cs typeface="Times New Roman"/>
              </a:rPr>
              <a:t> </a:t>
            </a:r>
            <a:r>
              <a:rPr sz="2800" b="0" dirty="0">
                <a:latin typeface="Times New Roman"/>
                <a:cs typeface="Times New Roman"/>
              </a:rPr>
              <a:t>ADMIN</a:t>
            </a:r>
            <a:r>
              <a:rPr sz="2800" b="0" spc="-15" dirty="0">
                <a:latin typeface="Times New Roman"/>
                <a:cs typeface="Times New Roman"/>
              </a:rPr>
              <a:t> </a:t>
            </a:r>
            <a:r>
              <a:rPr sz="2800" b="0" dirty="0">
                <a:latin typeface="Times New Roman"/>
                <a:cs typeface="Times New Roman"/>
              </a:rPr>
              <a:t>login</a:t>
            </a:r>
            <a:r>
              <a:rPr sz="2800" b="0" spc="-80" dirty="0">
                <a:latin typeface="Times New Roman"/>
                <a:cs typeface="Times New Roman"/>
              </a:rPr>
              <a:t> </a:t>
            </a:r>
            <a:r>
              <a:rPr sz="2800" b="0" spc="-10" dirty="0">
                <a:latin typeface="Times New Roman"/>
                <a:cs typeface="Times New Roman"/>
              </a:rPr>
              <a:t>modes.</a:t>
            </a:r>
            <a:endParaRPr sz="2800">
              <a:latin typeface="Times New Roman"/>
              <a:cs typeface="Times New Roman"/>
            </a:endParaRPr>
          </a:p>
          <a:p>
            <a:pPr marL="356870" indent="-344170">
              <a:lnSpc>
                <a:spcPct val="100000"/>
              </a:lnSpc>
              <a:spcBef>
                <a:spcPts val="5"/>
              </a:spcBef>
              <a:buFont typeface="Arial MT"/>
              <a:buChar char="•"/>
              <a:tabLst>
                <a:tab pos="356870" algn="l"/>
              </a:tabLst>
            </a:pPr>
            <a:r>
              <a:rPr sz="2800" b="0" dirty="0">
                <a:latin typeface="Times New Roman"/>
                <a:cs typeface="Times New Roman"/>
              </a:rPr>
              <a:t>Continue</a:t>
            </a:r>
            <a:r>
              <a:rPr sz="2800" b="0" spc="-100" dirty="0">
                <a:latin typeface="Times New Roman"/>
                <a:cs typeface="Times New Roman"/>
              </a:rPr>
              <a:t> </a:t>
            </a:r>
            <a:r>
              <a:rPr sz="2800" b="0" dirty="0">
                <a:latin typeface="Times New Roman"/>
                <a:cs typeface="Times New Roman"/>
              </a:rPr>
              <a:t>to</a:t>
            </a:r>
            <a:r>
              <a:rPr sz="2800" b="0" spc="-25" dirty="0">
                <a:latin typeface="Times New Roman"/>
                <a:cs typeface="Times New Roman"/>
              </a:rPr>
              <a:t> </a:t>
            </a:r>
            <a:r>
              <a:rPr sz="2800" b="0" dirty="0">
                <a:latin typeface="Times New Roman"/>
                <a:cs typeface="Times New Roman"/>
              </a:rPr>
              <a:t>Booking</a:t>
            </a:r>
            <a:r>
              <a:rPr sz="2800" b="0" spc="-70" dirty="0">
                <a:latin typeface="Times New Roman"/>
                <a:cs typeface="Times New Roman"/>
              </a:rPr>
              <a:t> </a:t>
            </a:r>
            <a:r>
              <a:rPr sz="2800" b="0" dirty="0">
                <a:latin typeface="Times New Roman"/>
                <a:cs typeface="Times New Roman"/>
              </a:rPr>
              <a:t>button</a:t>
            </a:r>
            <a:r>
              <a:rPr sz="2800" b="0" spc="-70" dirty="0">
                <a:latin typeface="Times New Roman"/>
                <a:cs typeface="Times New Roman"/>
              </a:rPr>
              <a:t> </a:t>
            </a:r>
            <a:r>
              <a:rPr sz="2800" b="0" dirty="0">
                <a:latin typeface="Times New Roman"/>
                <a:cs typeface="Times New Roman"/>
              </a:rPr>
              <a:t>for</a:t>
            </a:r>
            <a:r>
              <a:rPr sz="2800" b="0" spc="-30" dirty="0">
                <a:latin typeface="Times New Roman"/>
                <a:cs typeface="Times New Roman"/>
              </a:rPr>
              <a:t> </a:t>
            </a:r>
            <a:r>
              <a:rPr sz="2800" b="0" dirty="0">
                <a:latin typeface="Times New Roman"/>
                <a:cs typeface="Times New Roman"/>
              </a:rPr>
              <a:t>seamless</a:t>
            </a:r>
            <a:r>
              <a:rPr sz="2800" b="0" spc="-45" dirty="0">
                <a:latin typeface="Times New Roman"/>
                <a:cs typeface="Times New Roman"/>
              </a:rPr>
              <a:t> </a:t>
            </a:r>
            <a:r>
              <a:rPr sz="2800" b="0" spc="-10" dirty="0">
                <a:latin typeface="Times New Roman"/>
                <a:cs typeface="Times New Roman"/>
              </a:rPr>
              <a:t>navigation.</a:t>
            </a:r>
            <a:endParaRPr sz="2800">
              <a:latin typeface="Times New Roman"/>
              <a:cs typeface="Times New Roman"/>
            </a:endParaRPr>
          </a:p>
          <a:p>
            <a:pPr marL="356870" indent="-344170">
              <a:lnSpc>
                <a:spcPct val="100000"/>
              </a:lnSpc>
              <a:buFont typeface="Arial MT"/>
              <a:buChar char="•"/>
              <a:tabLst>
                <a:tab pos="356870" algn="l"/>
              </a:tabLst>
            </a:pPr>
            <a:r>
              <a:rPr sz="2800" b="0" dirty="0">
                <a:latin typeface="Times New Roman"/>
                <a:cs typeface="Times New Roman"/>
              </a:rPr>
              <a:t>Ensures</a:t>
            </a:r>
            <a:r>
              <a:rPr sz="2800" b="0" spc="-65" dirty="0">
                <a:latin typeface="Times New Roman"/>
                <a:cs typeface="Times New Roman"/>
              </a:rPr>
              <a:t> </a:t>
            </a:r>
            <a:r>
              <a:rPr sz="2800" b="0" dirty="0">
                <a:latin typeface="Times New Roman"/>
                <a:cs typeface="Times New Roman"/>
              </a:rPr>
              <a:t>secure</a:t>
            </a:r>
            <a:r>
              <a:rPr sz="2800" b="0" spc="-40" dirty="0">
                <a:latin typeface="Times New Roman"/>
                <a:cs typeface="Times New Roman"/>
              </a:rPr>
              <a:t> </a:t>
            </a:r>
            <a:r>
              <a:rPr sz="2800" b="0" dirty="0">
                <a:latin typeface="Times New Roman"/>
                <a:cs typeface="Times New Roman"/>
              </a:rPr>
              <a:t>entry</a:t>
            </a:r>
            <a:r>
              <a:rPr sz="2800" b="0" spc="-20" dirty="0">
                <a:latin typeface="Times New Roman"/>
                <a:cs typeface="Times New Roman"/>
              </a:rPr>
              <a:t> </a:t>
            </a:r>
            <a:r>
              <a:rPr sz="2800" b="0" dirty="0">
                <a:latin typeface="Times New Roman"/>
                <a:cs typeface="Times New Roman"/>
              </a:rPr>
              <a:t>to</a:t>
            </a:r>
            <a:r>
              <a:rPr sz="2800" b="0" spc="-5" dirty="0">
                <a:latin typeface="Times New Roman"/>
                <a:cs typeface="Times New Roman"/>
              </a:rPr>
              <a:t> </a:t>
            </a:r>
            <a:r>
              <a:rPr sz="2800" b="0" dirty="0">
                <a:latin typeface="Times New Roman"/>
                <a:cs typeface="Times New Roman"/>
              </a:rPr>
              <a:t>the</a:t>
            </a:r>
            <a:r>
              <a:rPr sz="2800" b="0" spc="-45" dirty="0">
                <a:latin typeface="Times New Roman"/>
                <a:cs typeface="Times New Roman"/>
              </a:rPr>
              <a:t> </a:t>
            </a:r>
            <a:r>
              <a:rPr sz="2800" b="0" dirty="0">
                <a:latin typeface="Times New Roman"/>
                <a:cs typeface="Times New Roman"/>
              </a:rPr>
              <a:t>ticket</a:t>
            </a:r>
            <a:r>
              <a:rPr sz="2800" b="0" spc="-80" dirty="0">
                <a:latin typeface="Times New Roman"/>
                <a:cs typeface="Times New Roman"/>
              </a:rPr>
              <a:t> </a:t>
            </a:r>
            <a:r>
              <a:rPr sz="2800" b="0" dirty="0">
                <a:latin typeface="Times New Roman"/>
                <a:cs typeface="Times New Roman"/>
              </a:rPr>
              <a:t>booking</a:t>
            </a:r>
            <a:r>
              <a:rPr sz="2800" b="0" spc="-60" dirty="0">
                <a:latin typeface="Times New Roman"/>
                <a:cs typeface="Times New Roman"/>
              </a:rPr>
              <a:t> </a:t>
            </a:r>
            <a:r>
              <a:rPr sz="2800" b="0" spc="-10" dirty="0">
                <a:latin typeface="Times New Roman"/>
                <a:cs typeface="Times New Roman"/>
              </a:rPr>
              <a:t>platform.</a:t>
            </a:r>
            <a:endParaRPr sz="2800">
              <a:latin typeface="Times New Roman"/>
              <a:cs typeface="Times New Roman"/>
            </a:endParaRPr>
          </a:p>
        </p:txBody>
      </p:sp>
      <p:sp>
        <p:nvSpPr>
          <p:cNvPr id="23" name="object 23"/>
          <p:cNvSpPr txBox="1"/>
          <p:nvPr/>
        </p:nvSpPr>
        <p:spPr>
          <a:xfrm>
            <a:off x="1995932" y="6699580"/>
            <a:ext cx="2233295" cy="454025"/>
          </a:xfrm>
          <a:prstGeom prst="rect">
            <a:avLst/>
          </a:prstGeom>
        </p:spPr>
        <p:txBody>
          <a:bodyPr vert="horz" wrap="square" lIns="0" tIns="13970" rIns="0" bIns="0" rtlCol="0">
            <a:spAutoFit/>
          </a:bodyPr>
          <a:lstStyle/>
          <a:p>
            <a:pPr marL="12700">
              <a:lnSpc>
                <a:spcPct val="100000"/>
              </a:lnSpc>
              <a:spcBef>
                <a:spcPts val="110"/>
              </a:spcBef>
            </a:pPr>
            <a:r>
              <a:rPr sz="2800" b="1" dirty="0">
                <a:latin typeface="Times New Roman"/>
                <a:cs typeface="Times New Roman"/>
              </a:rPr>
              <a:t>Admin</a:t>
            </a:r>
            <a:r>
              <a:rPr sz="2800" b="1" spc="-40" dirty="0">
                <a:latin typeface="Times New Roman"/>
                <a:cs typeface="Times New Roman"/>
              </a:rPr>
              <a:t> </a:t>
            </a:r>
            <a:r>
              <a:rPr sz="2800" b="1" spc="-10" dirty="0">
                <a:latin typeface="Times New Roman"/>
                <a:cs typeface="Times New Roman"/>
              </a:rPr>
              <a:t>Portal:</a:t>
            </a:r>
            <a:endParaRPr sz="2800">
              <a:latin typeface="Times New Roman"/>
              <a:cs typeface="Times New Roman"/>
            </a:endParaRPr>
          </a:p>
        </p:txBody>
      </p:sp>
      <p:sp>
        <p:nvSpPr>
          <p:cNvPr id="24" name="object 24"/>
          <p:cNvSpPr txBox="1"/>
          <p:nvPr/>
        </p:nvSpPr>
        <p:spPr>
          <a:xfrm>
            <a:off x="1995932" y="7126985"/>
            <a:ext cx="8976360" cy="2160905"/>
          </a:xfrm>
          <a:prstGeom prst="rect">
            <a:avLst/>
          </a:prstGeom>
        </p:spPr>
        <p:txBody>
          <a:bodyPr vert="horz" wrap="square" lIns="0" tIns="13335" rIns="0" bIns="0" rtlCol="0">
            <a:spAutoFit/>
          </a:bodyPr>
          <a:lstStyle/>
          <a:p>
            <a:pPr marL="469900" marR="618490" indent="-457200">
              <a:lnSpc>
                <a:spcPct val="100000"/>
              </a:lnSpc>
              <a:spcBef>
                <a:spcPts val="105"/>
              </a:spcBef>
              <a:buFont typeface="Arial MT"/>
              <a:buChar char="•"/>
              <a:tabLst>
                <a:tab pos="469900" algn="l"/>
              </a:tabLst>
            </a:pPr>
            <a:r>
              <a:rPr sz="2800" dirty="0">
                <a:latin typeface="Times New Roman"/>
                <a:cs typeface="Times New Roman"/>
              </a:rPr>
              <a:t>Admin</a:t>
            </a:r>
            <a:r>
              <a:rPr sz="2800" spc="-10" dirty="0">
                <a:latin typeface="Times New Roman"/>
                <a:cs typeface="Times New Roman"/>
              </a:rPr>
              <a:t> </a:t>
            </a:r>
            <a:r>
              <a:rPr sz="2800" dirty="0">
                <a:latin typeface="Times New Roman"/>
                <a:cs typeface="Times New Roman"/>
              </a:rPr>
              <a:t>can</a:t>
            </a:r>
            <a:r>
              <a:rPr sz="2800" spc="-35" dirty="0">
                <a:latin typeface="Times New Roman"/>
                <a:cs typeface="Times New Roman"/>
              </a:rPr>
              <a:t> </a:t>
            </a:r>
            <a:r>
              <a:rPr sz="2800" dirty="0">
                <a:latin typeface="Times New Roman"/>
                <a:cs typeface="Times New Roman"/>
              </a:rPr>
              <a:t>login</a:t>
            </a:r>
            <a:r>
              <a:rPr sz="2800" spc="-20" dirty="0">
                <a:latin typeface="Times New Roman"/>
                <a:cs typeface="Times New Roman"/>
              </a:rPr>
              <a:t> </a:t>
            </a:r>
            <a:r>
              <a:rPr sz="2800" dirty="0">
                <a:latin typeface="Times New Roman"/>
                <a:cs typeface="Times New Roman"/>
              </a:rPr>
              <a:t>with</a:t>
            </a:r>
            <a:r>
              <a:rPr sz="2800" spc="-75" dirty="0">
                <a:latin typeface="Times New Roman"/>
                <a:cs typeface="Times New Roman"/>
              </a:rPr>
              <a:t> </a:t>
            </a:r>
            <a:r>
              <a:rPr sz="2800" dirty="0">
                <a:latin typeface="Times New Roman"/>
                <a:cs typeface="Times New Roman"/>
              </a:rPr>
              <a:t>Name, Email,</a:t>
            </a:r>
            <a:r>
              <a:rPr sz="2800" spc="-5" dirty="0">
                <a:latin typeface="Times New Roman"/>
                <a:cs typeface="Times New Roman"/>
              </a:rPr>
              <a:t> </a:t>
            </a:r>
            <a:r>
              <a:rPr sz="2800" dirty="0">
                <a:latin typeface="Times New Roman"/>
                <a:cs typeface="Times New Roman"/>
              </a:rPr>
              <a:t>and</a:t>
            </a:r>
            <a:r>
              <a:rPr sz="2800" spc="-50" dirty="0">
                <a:latin typeface="Times New Roman"/>
                <a:cs typeface="Times New Roman"/>
              </a:rPr>
              <a:t> </a:t>
            </a:r>
            <a:r>
              <a:rPr sz="2800" dirty="0">
                <a:latin typeface="Times New Roman"/>
                <a:cs typeface="Times New Roman"/>
              </a:rPr>
              <a:t>6-digit</a:t>
            </a:r>
            <a:r>
              <a:rPr sz="2800" spc="-229" dirty="0">
                <a:latin typeface="Times New Roman"/>
                <a:cs typeface="Times New Roman"/>
              </a:rPr>
              <a:t> </a:t>
            </a:r>
            <a:r>
              <a:rPr sz="2800" spc="-10" dirty="0">
                <a:latin typeface="Times New Roman"/>
                <a:cs typeface="Times New Roman"/>
              </a:rPr>
              <a:t>Access Code.</a:t>
            </a:r>
            <a:endParaRPr sz="2800" dirty="0">
              <a:latin typeface="Times New Roman"/>
              <a:cs typeface="Times New Roman"/>
            </a:endParaRPr>
          </a:p>
          <a:p>
            <a:pPr marL="469265" indent="-456565">
              <a:lnSpc>
                <a:spcPct val="100000"/>
              </a:lnSpc>
              <a:buFont typeface="Arial MT"/>
              <a:buChar char="•"/>
              <a:tabLst>
                <a:tab pos="469265" algn="l"/>
              </a:tabLst>
            </a:pPr>
            <a:r>
              <a:rPr sz="2800" dirty="0">
                <a:latin typeface="Times New Roman"/>
                <a:cs typeface="Times New Roman"/>
              </a:rPr>
              <a:t>Demo</a:t>
            </a:r>
            <a:r>
              <a:rPr sz="2800" spc="-15" dirty="0">
                <a:latin typeface="Times New Roman"/>
                <a:cs typeface="Times New Roman"/>
              </a:rPr>
              <a:t> </a:t>
            </a:r>
            <a:r>
              <a:rPr sz="2800" dirty="0">
                <a:latin typeface="Times New Roman"/>
                <a:cs typeface="Times New Roman"/>
              </a:rPr>
              <a:t>Code:</a:t>
            </a:r>
            <a:r>
              <a:rPr sz="2800" spc="-215" dirty="0">
                <a:latin typeface="Times New Roman"/>
                <a:cs typeface="Times New Roman"/>
              </a:rPr>
              <a:t> </a:t>
            </a:r>
            <a:r>
              <a:rPr sz="2800" dirty="0">
                <a:latin typeface="Times New Roman"/>
                <a:cs typeface="Times New Roman"/>
              </a:rPr>
              <a:t>ADMIN2026</a:t>
            </a:r>
            <a:r>
              <a:rPr sz="2800" spc="-6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dirty="0">
                <a:latin typeface="Times New Roman"/>
                <a:cs typeface="Times New Roman"/>
              </a:rPr>
              <a:t>secure</a:t>
            </a:r>
            <a:r>
              <a:rPr sz="2800" spc="-100" dirty="0">
                <a:latin typeface="Times New Roman"/>
                <a:cs typeface="Times New Roman"/>
              </a:rPr>
              <a:t> </a:t>
            </a:r>
            <a:r>
              <a:rPr sz="2800" dirty="0">
                <a:latin typeface="Times New Roman"/>
                <a:cs typeface="Times New Roman"/>
              </a:rPr>
              <a:t>admin</a:t>
            </a:r>
            <a:r>
              <a:rPr sz="2800" spc="-10" dirty="0">
                <a:latin typeface="Times New Roman"/>
                <a:cs typeface="Times New Roman"/>
              </a:rPr>
              <a:t> access.</a:t>
            </a:r>
            <a:endParaRPr sz="2800" dirty="0">
              <a:latin typeface="Times New Roman"/>
              <a:cs typeface="Times New Roman"/>
            </a:endParaRPr>
          </a:p>
          <a:p>
            <a:pPr marL="469265" indent="-456565">
              <a:lnSpc>
                <a:spcPct val="100000"/>
              </a:lnSpc>
              <a:spcBef>
                <a:spcPts val="5"/>
              </a:spcBef>
              <a:buFont typeface="Arial MT"/>
              <a:buChar char="•"/>
              <a:tabLst>
                <a:tab pos="469265" algn="l"/>
              </a:tabLst>
            </a:pPr>
            <a:r>
              <a:rPr sz="2800" dirty="0">
                <a:latin typeface="Times New Roman"/>
                <a:cs typeface="Times New Roman"/>
              </a:rPr>
              <a:t>Redirects</a:t>
            </a:r>
            <a:r>
              <a:rPr sz="2800" spc="-90" dirty="0">
                <a:latin typeface="Times New Roman"/>
                <a:cs typeface="Times New Roman"/>
              </a:rPr>
              <a:t> </a:t>
            </a:r>
            <a:r>
              <a:rPr sz="2800" dirty="0">
                <a:latin typeface="Times New Roman"/>
                <a:cs typeface="Times New Roman"/>
              </a:rPr>
              <a:t>to</a:t>
            </a:r>
            <a:r>
              <a:rPr sz="2800" spc="-190" dirty="0">
                <a:latin typeface="Times New Roman"/>
                <a:cs typeface="Times New Roman"/>
              </a:rPr>
              <a:t> </a:t>
            </a:r>
            <a:r>
              <a:rPr sz="2800" dirty="0">
                <a:latin typeface="Times New Roman"/>
                <a:cs typeface="Times New Roman"/>
              </a:rPr>
              <a:t>Admin Dashboard</a:t>
            </a:r>
            <a:r>
              <a:rPr sz="2800" spc="-20" dirty="0">
                <a:latin typeface="Times New Roman"/>
                <a:cs typeface="Times New Roman"/>
              </a:rPr>
              <a:t> </a:t>
            </a:r>
            <a:r>
              <a:rPr sz="2800" dirty="0">
                <a:latin typeface="Times New Roman"/>
                <a:cs typeface="Times New Roman"/>
              </a:rPr>
              <a:t>after</a:t>
            </a:r>
            <a:r>
              <a:rPr sz="2800" spc="-85" dirty="0">
                <a:latin typeface="Times New Roman"/>
                <a:cs typeface="Times New Roman"/>
              </a:rPr>
              <a:t> </a:t>
            </a:r>
            <a:r>
              <a:rPr sz="2800" dirty="0">
                <a:latin typeface="Times New Roman"/>
                <a:cs typeface="Times New Roman"/>
              </a:rPr>
              <a:t>successful</a:t>
            </a:r>
            <a:r>
              <a:rPr sz="2800" spc="-95" dirty="0">
                <a:latin typeface="Times New Roman"/>
                <a:cs typeface="Times New Roman"/>
              </a:rPr>
              <a:t> </a:t>
            </a:r>
            <a:r>
              <a:rPr sz="2800" spc="-10" dirty="0">
                <a:latin typeface="Times New Roman"/>
                <a:cs typeface="Times New Roman"/>
              </a:rPr>
              <a:t>verification.</a:t>
            </a:r>
            <a:endParaRPr sz="2800" dirty="0">
              <a:latin typeface="Times New Roman"/>
              <a:cs typeface="Times New Roman"/>
            </a:endParaRPr>
          </a:p>
          <a:p>
            <a:pPr marL="469265" indent="-456565">
              <a:lnSpc>
                <a:spcPct val="100000"/>
              </a:lnSpc>
              <a:buFont typeface="Arial MT"/>
              <a:buChar char="•"/>
              <a:tabLst>
                <a:tab pos="469265" algn="l"/>
              </a:tabLst>
            </a:pPr>
            <a:r>
              <a:rPr sz="2800" dirty="0">
                <a:latin typeface="Times New Roman"/>
                <a:cs typeface="Times New Roman"/>
              </a:rPr>
              <a:t>Ensures</a:t>
            </a:r>
            <a:r>
              <a:rPr sz="2800" spc="-85" dirty="0">
                <a:latin typeface="Times New Roman"/>
                <a:cs typeface="Times New Roman"/>
              </a:rPr>
              <a:t> </a:t>
            </a:r>
            <a:r>
              <a:rPr sz="2800" dirty="0">
                <a:latin typeface="Times New Roman"/>
                <a:cs typeface="Times New Roman"/>
              </a:rPr>
              <a:t>only</a:t>
            </a:r>
            <a:r>
              <a:rPr sz="2800" spc="-40" dirty="0">
                <a:latin typeface="Times New Roman"/>
                <a:cs typeface="Times New Roman"/>
              </a:rPr>
              <a:t> </a:t>
            </a:r>
            <a:r>
              <a:rPr sz="2800" dirty="0">
                <a:latin typeface="Times New Roman"/>
                <a:cs typeface="Times New Roman"/>
              </a:rPr>
              <a:t>authorized</a:t>
            </a:r>
            <a:r>
              <a:rPr sz="2800" spc="-75" dirty="0">
                <a:latin typeface="Times New Roman"/>
                <a:cs typeface="Times New Roman"/>
              </a:rPr>
              <a:t> </a:t>
            </a:r>
            <a:r>
              <a:rPr sz="2800" dirty="0">
                <a:latin typeface="Times New Roman"/>
                <a:cs typeface="Times New Roman"/>
              </a:rPr>
              <a:t>users</a:t>
            </a:r>
            <a:r>
              <a:rPr sz="2800" spc="-75" dirty="0">
                <a:latin typeface="Times New Roman"/>
                <a:cs typeface="Times New Roman"/>
              </a:rPr>
              <a:t> </a:t>
            </a:r>
            <a:r>
              <a:rPr sz="2800" dirty="0">
                <a:latin typeface="Times New Roman"/>
                <a:cs typeface="Times New Roman"/>
              </a:rPr>
              <a:t>can</a:t>
            </a:r>
            <a:r>
              <a:rPr sz="2800" spc="-25" dirty="0">
                <a:latin typeface="Times New Roman"/>
                <a:cs typeface="Times New Roman"/>
              </a:rPr>
              <a:t> </a:t>
            </a:r>
            <a:r>
              <a:rPr sz="2800" dirty="0">
                <a:latin typeface="Times New Roman"/>
                <a:cs typeface="Times New Roman"/>
              </a:rPr>
              <a:t>manage</a:t>
            </a:r>
            <a:r>
              <a:rPr sz="2800" spc="-35" dirty="0">
                <a:latin typeface="Times New Roman"/>
                <a:cs typeface="Times New Roman"/>
              </a:rPr>
              <a:t> </a:t>
            </a:r>
            <a:r>
              <a:rPr sz="2800" dirty="0">
                <a:latin typeface="Times New Roman"/>
                <a:cs typeface="Times New Roman"/>
              </a:rPr>
              <a:t>the</a:t>
            </a:r>
            <a:r>
              <a:rPr sz="2800" spc="-30" dirty="0">
                <a:latin typeface="Times New Roman"/>
                <a:cs typeface="Times New Roman"/>
              </a:rPr>
              <a:t> </a:t>
            </a:r>
            <a:r>
              <a:rPr sz="2800" spc="-10" dirty="0">
                <a:latin typeface="Times New Roman"/>
                <a:cs typeface="Times New Roman"/>
              </a:rPr>
              <a:t>platform.</a:t>
            </a:r>
            <a:endParaRPr sz="2800" dirty="0">
              <a:latin typeface="Times New Roman"/>
              <a:cs typeface="Times New Roman"/>
            </a:endParaRPr>
          </a:p>
        </p:txBody>
      </p:sp>
      <p:pic>
        <p:nvPicPr>
          <p:cNvPr id="28" name="Picture 27">
            <a:extLst>
              <a:ext uri="{FF2B5EF4-FFF2-40B4-BE49-F238E27FC236}">
                <a16:creationId xmlns:a16="http://schemas.microsoft.com/office/drawing/2014/main" id="{177BEBC4-C5FF-F808-7C71-558C046A43B4}"/>
              </a:ext>
            </a:extLst>
          </p:cNvPr>
          <p:cNvPicPr>
            <a:picLocks noChangeAspect="1"/>
          </p:cNvPicPr>
          <p:nvPr/>
        </p:nvPicPr>
        <p:blipFill>
          <a:blip r:embed="rId3"/>
          <a:stretch>
            <a:fillRect/>
          </a:stretch>
        </p:blipFill>
        <p:spPr>
          <a:xfrm>
            <a:off x="2377557" y="1429130"/>
            <a:ext cx="3781953" cy="4863084"/>
          </a:xfrm>
          <a:prstGeom prst="rect">
            <a:avLst/>
          </a:prstGeom>
        </p:spPr>
      </p:pic>
      <p:pic>
        <p:nvPicPr>
          <p:cNvPr id="30" name="Picture 29">
            <a:extLst>
              <a:ext uri="{FF2B5EF4-FFF2-40B4-BE49-F238E27FC236}">
                <a16:creationId xmlns:a16="http://schemas.microsoft.com/office/drawing/2014/main" id="{13A951E0-9880-B879-73AA-BA6015B7836B}"/>
              </a:ext>
            </a:extLst>
          </p:cNvPr>
          <p:cNvPicPr>
            <a:picLocks noChangeAspect="1"/>
          </p:cNvPicPr>
          <p:nvPr/>
        </p:nvPicPr>
        <p:blipFill>
          <a:blip r:embed="rId4"/>
          <a:stretch>
            <a:fillRect/>
          </a:stretch>
        </p:blipFill>
        <p:spPr>
          <a:xfrm>
            <a:off x="11646650" y="4987478"/>
            <a:ext cx="3724795" cy="508901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4568" y="6653783"/>
            <a:ext cx="993775" cy="993775"/>
          </a:xfrm>
          <a:custGeom>
            <a:avLst/>
            <a:gdLst/>
            <a:ahLst/>
            <a:cxnLst/>
            <a:rect l="l" t="t" r="r" b="b"/>
            <a:pathLst>
              <a:path w="993775" h="993775">
                <a:moveTo>
                  <a:pt x="496823" y="0"/>
                </a:moveTo>
                <a:lnTo>
                  <a:pt x="448977" y="2273"/>
                </a:lnTo>
                <a:lnTo>
                  <a:pt x="402417" y="8956"/>
                </a:lnTo>
                <a:lnTo>
                  <a:pt x="357351" y="19839"/>
                </a:lnTo>
                <a:lnTo>
                  <a:pt x="313989" y="34716"/>
                </a:lnTo>
                <a:lnTo>
                  <a:pt x="272538" y="53377"/>
                </a:lnTo>
                <a:lnTo>
                  <a:pt x="233207" y="75615"/>
                </a:lnTo>
                <a:lnTo>
                  <a:pt x="196203" y="101222"/>
                </a:lnTo>
                <a:lnTo>
                  <a:pt x="161736" y="129990"/>
                </a:lnTo>
                <a:lnTo>
                  <a:pt x="130012" y="161710"/>
                </a:lnTo>
                <a:lnTo>
                  <a:pt x="101241" y="196176"/>
                </a:lnTo>
                <a:lnTo>
                  <a:pt x="75630" y="233179"/>
                </a:lnTo>
                <a:lnTo>
                  <a:pt x="53388" y="272510"/>
                </a:lnTo>
                <a:lnTo>
                  <a:pt x="34724" y="313963"/>
                </a:lnTo>
                <a:lnTo>
                  <a:pt x="19844" y="357329"/>
                </a:lnTo>
                <a:lnTo>
                  <a:pt x="8958" y="402399"/>
                </a:lnTo>
                <a:lnTo>
                  <a:pt x="2274" y="448967"/>
                </a:lnTo>
                <a:lnTo>
                  <a:pt x="0" y="496823"/>
                </a:lnTo>
                <a:lnTo>
                  <a:pt x="2274" y="544680"/>
                </a:lnTo>
                <a:lnTo>
                  <a:pt x="8958" y="591248"/>
                </a:lnTo>
                <a:lnTo>
                  <a:pt x="19844" y="636318"/>
                </a:lnTo>
                <a:lnTo>
                  <a:pt x="34724" y="679684"/>
                </a:lnTo>
                <a:lnTo>
                  <a:pt x="53388" y="721137"/>
                </a:lnTo>
                <a:lnTo>
                  <a:pt x="75630" y="760468"/>
                </a:lnTo>
                <a:lnTo>
                  <a:pt x="101241" y="797471"/>
                </a:lnTo>
                <a:lnTo>
                  <a:pt x="130012" y="831937"/>
                </a:lnTo>
                <a:lnTo>
                  <a:pt x="161736" y="863657"/>
                </a:lnTo>
                <a:lnTo>
                  <a:pt x="196203" y="892425"/>
                </a:lnTo>
                <a:lnTo>
                  <a:pt x="233207" y="918032"/>
                </a:lnTo>
                <a:lnTo>
                  <a:pt x="272538" y="940270"/>
                </a:lnTo>
                <a:lnTo>
                  <a:pt x="313989" y="958931"/>
                </a:lnTo>
                <a:lnTo>
                  <a:pt x="357351" y="973808"/>
                </a:lnTo>
                <a:lnTo>
                  <a:pt x="402417" y="984691"/>
                </a:lnTo>
                <a:lnTo>
                  <a:pt x="448977" y="991374"/>
                </a:lnTo>
                <a:lnTo>
                  <a:pt x="496823" y="993647"/>
                </a:lnTo>
                <a:lnTo>
                  <a:pt x="544680" y="991374"/>
                </a:lnTo>
                <a:lnTo>
                  <a:pt x="591248" y="984691"/>
                </a:lnTo>
                <a:lnTo>
                  <a:pt x="636318" y="973808"/>
                </a:lnTo>
                <a:lnTo>
                  <a:pt x="679684" y="958931"/>
                </a:lnTo>
                <a:lnTo>
                  <a:pt x="721137" y="940270"/>
                </a:lnTo>
                <a:lnTo>
                  <a:pt x="760468" y="918032"/>
                </a:lnTo>
                <a:lnTo>
                  <a:pt x="797471" y="892425"/>
                </a:lnTo>
                <a:lnTo>
                  <a:pt x="831937" y="863657"/>
                </a:lnTo>
                <a:lnTo>
                  <a:pt x="863657" y="831937"/>
                </a:lnTo>
                <a:lnTo>
                  <a:pt x="892425" y="797471"/>
                </a:lnTo>
                <a:lnTo>
                  <a:pt x="918032" y="760468"/>
                </a:lnTo>
                <a:lnTo>
                  <a:pt x="940270" y="721137"/>
                </a:lnTo>
                <a:lnTo>
                  <a:pt x="958931" y="679684"/>
                </a:lnTo>
                <a:lnTo>
                  <a:pt x="973808" y="636318"/>
                </a:lnTo>
                <a:lnTo>
                  <a:pt x="984691" y="591248"/>
                </a:lnTo>
                <a:lnTo>
                  <a:pt x="991374" y="544680"/>
                </a:lnTo>
                <a:lnTo>
                  <a:pt x="993648" y="496823"/>
                </a:lnTo>
                <a:lnTo>
                  <a:pt x="991374" y="448967"/>
                </a:lnTo>
                <a:lnTo>
                  <a:pt x="984691" y="402399"/>
                </a:lnTo>
                <a:lnTo>
                  <a:pt x="973808" y="357329"/>
                </a:lnTo>
                <a:lnTo>
                  <a:pt x="958931" y="313963"/>
                </a:lnTo>
                <a:lnTo>
                  <a:pt x="940270" y="272510"/>
                </a:lnTo>
                <a:lnTo>
                  <a:pt x="918032" y="233179"/>
                </a:lnTo>
                <a:lnTo>
                  <a:pt x="892425" y="196176"/>
                </a:lnTo>
                <a:lnTo>
                  <a:pt x="863657" y="161710"/>
                </a:lnTo>
                <a:lnTo>
                  <a:pt x="831937" y="129990"/>
                </a:lnTo>
                <a:lnTo>
                  <a:pt x="797471" y="101222"/>
                </a:lnTo>
                <a:lnTo>
                  <a:pt x="760468" y="75615"/>
                </a:lnTo>
                <a:lnTo>
                  <a:pt x="721137" y="53377"/>
                </a:lnTo>
                <a:lnTo>
                  <a:pt x="679684" y="34716"/>
                </a:lnTo>
                <a:lnTo>
                  <a:pt x="636318" y="19839"/>
                </a:lnTo>
                <a:lnTo>
                  <a:pt x="591248" y="8956"/>
                </a:lnTo>
                <a:lnTo>
                  <a:pt x="544680" y="2273"/>
                </a:lnTo>
                <a:lnTo>
                  <a:pt x="496823" y="0"/>
                </a:lnTo>
                <a:close/>
              </a:path>
            </a:pathLst>
          </a:custGeom>
          <a:solidFill>
            <a:srgbClr val="FC611F"/>
          </a:solidFill>
        </p:spPr>
        <p:txBody>
          <a:bodyPr wrap="square" lIns="0" tIns="0" rIns="0" bIns="0" rtlCol="0"/>
          <a:lstStyle/>
          <a:p>
            <a:endParaRPr/>
          </a:p>
        </p:txBody>
      </p:sp>
      <p:sp>
        <p:nvSpPr>
          <p:cNvPr id="3" name="object 3"/>
          <p:cNvSpPr/>
          <p:nvPr/>
        </p:nvSpPr>
        <p:spPr>
          <a:xfrm>
            <a:off x="979932" y="3317747"/>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4" name="object 4"/>
          <p:cNvSpPr txBox="1"/>
          <p:nvPr/>
        </p:nvSpPr>
        <p:spPr>
          <a:xfrm>
            <a:off x="1152245" y="3426967"/>
            <a:ext cx="158115" cy="285115"/>
          </a:xfrm>
          <a:prstGeom prst="rect">
            <a:avLst/>
          </a:prstGeom>
        </p:spPr>
        <p:txBody>
          <a:bodyPr vert="horz" wrap="square" lIns="0" tIns="12700" rIns="0" bIns="0" rtlCol="0">
            <a:spAutoFit/>
          </a:bodyPr>
          <a:lstStyle/>
          <a:p>
            <a:pPr marL="12700">
              <a:lnSpc>
                <a:spcPct val="100000"/>
              </a:lnSpc>
              <a:spcBef>
                <a:spcPts val="100"/>
              </a:spcBef>
            </a:pPr>
            <a:r>
              <a:rPr sz="1700" spc="60" dirty="0">
                <a:solidFill>
                  <a:srgbClr val="181818"/>
                </a:solidFill>
                <a:latin typeface="Tahoma"/>
                <a:cs typeface="Tahoma"/>
              </a:rPr>
              <a:t>3</a:t>
            </a:r>
            <a:endParaRPr sz="1700">
              <a:latin typeface="Tahoma"/>
              <a:cs typeface="Tahoma"/>
            </a:endParaRPr>
          </a:p>
        </p:txBody>
      </p:sp>
      <p:sp>
        <p:nvSpPr>
          <p:cNvPr id="5" name="object 5"/>
          <p:cNvSpPr/>
          <p:nvPr/>
        </p:nvSpPr>
        <p:spPr>
          <a:xfrm>
            <a:off x="979932" y="1982723"/>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3"/>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6" name="object 6"/>
          <p:cNvSpPr txBox="1"/>
          <p:nvPr/>
        </p:nvSpPr>
        <p:spPr>
          <a:xfrm>
            <a:off x="1179677" y="209321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7" name="object 7"/>
          <p:cNvSpPr/>
          <p:nvPr/>
        </p:nvSpPr>
        <p:spPr>
          <a:xfrm>
            <a:off x="979932" y="3985259"/>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8" name="object 8"/>
          <p:cNvSpPr txBox="1"/>
          <p:nvPr/>
        </p:nvSpPr>
        <p:spPr>
          <a:xfrm>
            <a:off x="1146149" y="4094733"/>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9" name="object 9"/>
          <p:cNvSpPr/>
          <p:nvPr/>
        </p:nvSpPr>
        <p:spPr>
          <a:xfrm>
            <a:off x="979932" y="2650235"/>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4"/>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0" name="object 10"/>
          <p:cNvSpPr txBox="1"/>
          <p:nvPr/>
        </p:nvSpPr>
        <p:spPr>
          <a:xfrm>
            <a:off x="1152245" y="2759201"/>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1" name="object 11"/>
          <p:cNvSpPr/>
          <p:nvPr/>
        </p:nvSpPr>
        <p:spPr>
          <a:xfrm>
            <a:off x="979932" y="5320284"/>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2" name="object 12"/>
          <p:cNvSpPr/>
          <p:nvPr/>
        </p:nvSpPr>
        <p:spPr>
          <a:xfrm>
            <a:off x="979932" y="4652771"/>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3" name="object 13"/>
          <p:cNvSpPr/>
          <p:nvPr/>
        </p:nvSpPr>
        <p:spPr>
          <a:xfrm>
            <a:off x="979932" y="5987796"/>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4" name="object 14"/>
          <p:cNvSpPr/>
          <p:nvPr/>
        </p:nvSpPr>
        <p:spPr>
          <a:xfrm>
            <a:off x="979932" y="7761731"/>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4"/>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15" name="object 15"/>
          <p:cNvSpPr txBox="1"/>
          <p:nvPr/>
        </p:nvSpPr>
        <p:spPr>
          <a:xfrm>
            <a:off x="867562" y="4762626"/>
            <a:ext cx="730250" cy="3395979"/>
          </a:xfrm>
          <a:prstGeom prst="rect">
            <a:avLst/>
          </a:prstGeom>
        </p:spPr>
        <p:txBody>
          <a:bodyPr vert="horz" wrap="square" lIns="0" tIns="13335" rIns="0" bIns="0" rtlCol="0">
            <a:spAutoFit/>
          </a:bodyPr>
          <a:lstStyle/>
          <a:p>
            <a:pPr algn="ctr">
              <a:lnSpc>
                <a:spcPct val="100000"/>
              </a:lnSpc>
              <a:spcBef>
                <a:spcPts val="105"/>
              </a:spcBef>
            </a:pPr>
            <a:r>
              <a:rPr sz="1700" spc="60" dirty="0">
                <a:solidFill>
                  <a:srgbClr val="181818"/>
                </a:solidFill>
                <a:latin typeface="Tahoma"/>
                <a:cs typeface="Tahoma"/>
              </a:rPr>
              <a:t>5</a:t>
            </a:r>
            <a:endParaRPr sz="1700">
              <a:latin typeface="Tahoma"/>
              <a:cs typeface="Tahoma"/>
            </a:endParaRPr>
          </a:p>
          <a:p>
            <a:pPr>
              <a:lnSpc>
                <a:spcPct val="100000"/>
              </a:lnSpc>
              <a:spcBef>
                <a:spcPts val="1165"/>
              </a:spcBef>
            </a:pPr>
            <a:endParaRPr sz="1700">
              <a:latin typeface="Tahoma"/>
              <a:cs typeface="Tahoma"/>
            </a:endParaRPr>
          </a:p>
          <a:p>
            <a:pPr algn="ctr">
              <a:lnSpc>
                <a:spcPct val="100000"/>
              </a:lnSpc>
            </a:pPr>
            <a:r>
              <a:rPr sz="1700" spc="125" dirty="0">
                <a:solidFill>
                  <a:srgbClr val="181818"/>
                </a:solidFill>
                <a:latin typeface="Tahoma"/>
                <a:cs typeface="Tahoma"/>
              </a:rPr>
              <a:t>6</a:t>
            </a:r>
            <a:endParaRPr sz="1700">
              <a:latin typeface="Tahoma"/>
              <a:cs typeface="Tahoma"/>
            </a:endParaRPr>
          </a:p>
          <a:p>
            <a:pPr>
              <a:lnSpc>
                <a:spcPct val="100000"/>
              </a:lnSpc>
              <a:spcBef>
                <a:spcPts val="1165"/>
              </a:spcBef>
            </a:pPr>
            <a:endParaRPr sz="1700">
              <a:latin typeface="Tahoma"/>
              <a:cs typeface="Tahoma"/>
            </a:endParaRPr>
          </a:p>
          <a:p>
            <a:pPr algn="ctr">
              <a:lnSpc>
                <a:spcPct val="100000"/>
              </a:lnSpc>
            </a:pPr>
            <a:r>
              <a:rPr sz="1700" spc="30" dirty="0">
                <a:solidFill>
                  <a:srgbClr val="181818"/>
                </a:solidFill>
                <a:latin typeface="Tahoma"/>
                <a:cs typeface="Tahoma"/>
              </a:rPr>
              <a:t>7</a:t>
            </a:r>
            <a:endParaRPr sz="1700">
              <a:latin typeface="Tahoma"/>
              <a:cs typeface="Tahoma"/>
            </a:endParaRPr>
          </a:p>
          <a:p>
            <a:pPr>
              <a:lnSpc>
                <a:spcPct val="100000"/>
              </a:lnSpc>
            </a:pPr>
            <a:endParaRPr sz="1700">
              <a:latin typeface="Tahoma"/>
              <a:cs typeface="Tahoma"/>
            </a:endParaRPr>
          </a:p>
          <a:p>
            <a:pPr>
              <a:lnSpc>
                <a:spcPct val="100000"/>
              </a:lnSpc>
              <a:spcBef>
                <a:spcPts val="330"/>
              </a:spcBef>
            </a:pPr>
            <a:endParaRPr sz="1700">
              <a:latin typeface="Tahoma"/>
              <a:cs typeface="Tahoma"/>
            </a:endParaRPr>
          </a:p>
          <a:p>
            <a:pPr algn="ctr">
              <a:lnSpc>
                <a:spcPct val="100000"/>
              </a:lnSpc>
              <a:spcBef>
                <a:spcPts val="5"/>
              </a:spcBef>
            </a:pPr>
            <a:r>
              <a:rPr sz="2400" b="1" spc="-20" dirty="0">
                <a:solidFill>
                  <a:srgbClr val="001F5F"/>
                </a:solidFill>
                <a:latin typeface="Tahoma"/>
                <a:cs typeface="Tahoma"/>
              </a:rPr>
              <a:t>8(A)</a:t>
            </a:r>
            <a:endParaRPr sz="2400">
              <a:latin typeface="Tahoma"/>
              <a:cs typeface="Tahoma"/>
            </a:endParaRPr>
          </a:p>
          <a:p>
            <a:pPr>
              <a:lnSpc>
                <a:spcPct val="100000"/>
              </a:lnSpc>
              <a:spcBef>
                <a:spcPts val="1720"/>
              </a:spcBef>
            </a:pPr>
            <a:endParaRPr sz="2400">
              <a:latin typeface="Tahoma"/>
              <a:cs typeface="Tahoma"/>
            </a:endParaRPr>
          </a:p>
          <a:p>
            <a:pPr algn="ctr">
              <a:lnSpc>
                <a:spcPct val="100000"/>
              </a:lnSpc>
            </a:pPr>
            <a:r>
              <a:rPr sz="1700" spc="125" dirty="0">
                <a:solidFill>
                  <a:srgbClr val="181818"/>
                </a:solidFill>
                <a:latin typeface="Tahoma"/>
                <a:cs typeface="Tahoma"/>
              </a:rPr>
              <a:t>9</a:t>
            </a:r>
            <a:endParaRPr sz="1700">
              <a:latin typeface="Tahoma"/>
              <a:cs typeface="Tahoma"/>
            </a:endParaRPr>
          </a:p>
        </p:txBody>
      </p:sp>
      <p:grpSp>
        <p:nvGrpSpPr>
          <p:cNvPr id="16" name="object 16"/>
          <p:cNvGrpSpPr/>
          <p:nvPr/>
        </p:nvGrpSpPr>
        <p:grpSpPr>
          <a:xfrm>
            <a:off x="16312895" y="1030224"/>
            <a:ext cx="948055" cy="234950"/>
            <a:chOff x="16312895" y="1030224"/>
            <a:chExt cx="948055" cy="234950"/>
          </a:xfrm>
        </p:grpSpPr>
        <p:pic>
          <p:nvPicPr>
            <p:cNvPr id="17" name="object 17"/>
            <p:cNvPicPr/>
            <p:nvPr/>
          </p:nvPicPr>
          <p:blipFill>
            <a:blip r:embed="rId2" cstate="print"/>
            <a:stretch>
              <a:fillRect/>
            </a:stretch>
          </p:blipFill>
          <p:spPr>
            <a:xfrm>
              <a:off x="16334231" y="1051560"/>
              <a:ext cx="487425" cy="48768"/>
            </a:xfrm>
            <a:prstGeom prst="rect">
              <a:avLst/>
            </a:prstGeom>
          </p:spPr>
        </p:pic>
        <p:sp>
          <p:nvSpPr>
            <p:cNvPr id="18" name="object 18"/>
            <p:cNvSpPr/>
            <p:nvPr/>
          </p:nvSpPr>
          <p:spPr>
            <a:xfrm>
              <a:off x="16314419" y="1031748"/>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19" name="object 19"/>
          <p:cNvSpPr txBox="1">
            <a:spLocks noGrp="1"/>
          </p:cNvSpPr>
          <p:nvPr>
            <p:ph type="title"/>
          </p:nvPr>
        </p:nvSpPr>
        <p:spPr>
          <a:xfrm>
            <a:off x="3902202" y="354533"/>
            <a:ext cx="10412095" cy="757555"/>
          </a:xfrm>
          <a:prstGeom prst="rect">
            <a:avLst/>
          </a:prstGeom>
        </p:spPr>
        <p:txBody>
          <a:bodyPr vert="horz" wrap="square" lIns="0" tIns="12700" rIns="0" bIns="0" rtlCol="0">
            <a:spAutoFit/>
          </a:bodyPr>
          <a:lstStyle/>
          <a:p>
            <a:pPr marL="12700">
              <a:lnSpc>
                <a:spcPct val="100000"/>
              </a:lnSpc>
              <a:spcBef>
                <a:spcPts val="100"/>
              </a:spcBef>
            </a:pPr>
            <a:r>
              <a:rPr spc="-40" dirty="0"/>
              <a:t>IMPLEMENTATION</a:t>
            </a:r>
            <a:r>
              <a:rPr spc="-204" dirty="0"/>
              <a:t> </a:t>
            </a:r>
            <a:r>
              <a:rPr spc="-10" dirty="0"/>
              <a:t>SCREENSHOTS</a:t>
            </a:r>
          </a:p>
        </p:txBody>
      </p:sp>
      <p:sp>
        <p:nvSpPr>
          <p:cNvPr id="20" name="object 20"/>
          <p:cNvSpPr txBox="1"/>
          <p:nvPr/>
        </p:nvSpPr>
        <p:spPr>
          <a:xfrm>
            <a:off x="1907794" y="1087577"/>
            <a:ext cx="2968625" cy="454025"/>
          </a:xfrm>
          <a:prstGeom prst="rect">
            <a:avLst/>
          </a:prstGeom>
        </p:spPr>
        <p:txBody>
          <a:bodyPr vert="horz" wrap="square" lIns="0" tIns="13970" rIns="0" bIns="0" rtlCol="0">
            <a:spAutoFit/>
          </a:bodyPr>
          <a:lstStyle/>
          <a:p>
            <a:pPr marL="12700">
              <a:lnSpc>
                <a:spcPct val="100000"/>
              </a:lnSpc>
              <a:spcBef>
                <a:spcPts val="110"/>
              </a:spcBef>
            </a:pPr>
            <a:r>
              <a:rPr sz="2800" b="1" dirty="0">
                <a:latin typeface="Times New Roman"/>
                <a:cs typeface="Times New Roman"/>
              </a:rPr>
              <a:t>Admin</a:t>
            </a:r>
            <a:r>
              <a:rPr sz="2800" b="1" spc="-40" dirty="0">
                <a:latin typeface="Times New Roman"/>
                <a:cs typeface="Times New Roman"/>
              </a:rPr>
              <a:t> </a:t>
            </a:r>
            <a:r>
              <a:rPr sz="2800" b="1" spc="-10" dirty="0">
                <a:latin typeface="Times New Roman"/>
                <a:cs typeface="Times New Roman"/>
              </a:rPr>
              <a:t>Dashboard:</a:t>
            </a:r>
            <a:endParaRPr sz="2800">
              <a:latin typeface="Times New Roman"/>
              <a:cs typeface="Times New Roman"/>
            </a:endParaRPr>
          </a:p>
        </p:txBody>
      </p:sp>
      <p:sp>
        <p:nvSpPr>
          <p:cNvPr id="21" name="object 21"/>
          <p:cNvSpPr txBox="1"/>
          <p:nvPr/>
        </p:nvSpPr>
        <p:spPr>
          <a:xfrm>
            <a:off x="1907794" y="1518031"/>
            <a:ext cx="8606155" cy="4088299"/>
          </a:xfrm>
          <a:prstGeom prst="rect">
            <a:avLst/>
          </a:prstGeom>
        </p:spPr>
        <p:txBody>
          <a:bodyPr vert="horz" wrap="square" lIns="0" tIns="12700" rIns="0" bIns="0" rtlCol="0">
            <a:spAutoFit/>
          </a:bodyPr>
          <a:lstStyle/>
          <a:p>
            <a:pPr marL="356870" indent="-344170">
              <a:lnSpc>
                <a:spcPct val="100000"/>
              </a:lnSpc>
              <a:spcBef>
                <a:spcPts val="100"/>
              </a:spcBef>
              <a:buFont typeface="Arial MT"/>
              <a:buChar char="•"/>
              <a:tabLst>
                <a:tab pos="356870" algn="l"/>
              </a:tabLst>
            </a:pPr>
            <a:r>
              <a:rPr lang="en-US" sz="2400" dirty="0">
                <a:latin typeface="Times New Roman"/>
                <a:cs typeface="Times New Roman"/>
              </a:rPr>
              <a:t>Shows Total Applications, Jobs Posted, Revenue &amp; Unique Candidates.</a:t>
            </a:r>
          </a:p>
          <a:p>
            <a:pPr marL="356870" indent="-344170">
              <a:lnSpc>
                <a:spcPct val="100000"/>
              </a:lnSpc>
              <a:spcBef>
                <a:spcPts val="100"/>
              </a:spcBef>
              <a:buFont typeface="Arial MT"/>
              <a:buChar char="•"/>
              <a:tabLst>
                <a:tab pos="356870" algn="l"/>
              </a:tabLst>
            </a:pPr>
            <a:r>
              <a:rPr lang="en-US" sz="2400" dirty="0">
                <a:latin typeface="Times New Roman"/>
                <a:cs typeface="Times New Roman"/>
              </a:rPr>
              <a:t>Tabs: Dashboard, Add Job, Edit Jobs, Applications, Settings</a:t>
            </a:r>
            <a:r>
              <a:rPr sz="2400" spc="-10" dirty="0">
                <a:latin typeface="Times New Roman"/>
                <a:cs typeface="Times New Roman"/>
              </a:rPr>
              <a:t>.</a:t>
            </a:r>
            <a:endParaRPr sz="2400" dirty="0">
              <a:latin typeface="Times New Roman"/>
              <a:cs typeface="Times New Roman"/>
            </a:endParaRPr>
          </a:p>
          <a:p>
            <a:pPr marL="814069" lvl="1" indent="-344170">
              <a:lnSpc>
                <a:spcPct val="100000"/>
              </a:lnSpc>
              <a:buFont typeface="Wingdings"/>
              <a:buChar char=""/>
              <a:tabLst>
                <a:tab pos="814069" algn="l"/>
              </a:tabLst>
            </a:pPr>
            <a:r>
              <a:rPr lang="en-US" sz="2400" dirty="0" err="1">
                <a:latin typeface="Times New Roman"/>
                <a:cs typeface="Times New Roman"/>
              </a:rPr>
              <a:t>ecent</a:t>
            </a:r>
            <a:r>
              <a:rPr lang="en-US" sz="2400" dirty="0">
                <a:latin typeface="Times New Roman"/>
                <a:cs typeface="Times New Roman"/>
              </a:rPr>
              <a:t> Jobs listed with role, salary, and location details.</a:t>
            </a:r>
          </a:p>
          <a:p>
            <a:pPr marL="814069" lvl="1" indent="-344170">
              <a:lnSpc>
                <a:spcPct val="100000"/>
              </a:lnSpc>
              <a:buFont typeface="Wingdings"/>
              <a:buChar char=""/>
              <a:tabLst>
                <a:tab pos="814069" algn="l"/>
              </a:tabLst>
            </a:pPr>
            <a:r>
              <a:rPr lang="en-US" sz="2400" dirty="0">
                <a:latin typeface="Times New Roman"/>
                <a:cs typeface="Times New Roman"/>
              </a:rPr>
              <a:t>Admin can monitor and control all platform activities.</a:t>
            </a:r>
          </a:p>
          <a:p>
            <a:pPr marL="814069" lvl="1" indent="-344170">
              <a:lnSpc>
                <a:spcPct val="100000"/>
              </a:lnSpc>
              <a:buFont typeface="Wingdings"/>
              <a:buChar char=""/>
              <a:tabLst>
                <a:tab pos="814069" algn="l"/>
              </a:tabLst>
            </a:pPr>
            <a:r>
              <a:rPr lang="en-US" sz="2400" dirty="0">
                <a:latin typeface="Times New Roman"/>
                <a:cs typeface="Times New Roman"/>
              </a:rPr>
              <a:t>Job Details Page:</a:t>
            </a:r>
          </a:p>
          <a:p>
            <a:pPr marL="814069" lvl="1" indent="-344170">
              <a:lnSpc>
                <a:spcPct val="100000"/>
              </a:lnSpc>
              <a:buFont typeface="Wingdings"/>
              <a:buChar char=""/>
              <a:tabLst>
                <a:tab pos="814069" algn="l"/>
              </a:tabLst>
            </a:pPr>
            <a:r>
              <a:rPr lang="en-US" sz="2400" dirty="0">
                <a:latin typeface="Times New Roman"/>
                <a:cs typeface="Times New Roman"/>
              </a:rPr>
              <a:t>Displays Job Info: Role, Company, Location, Department.</a:t>
            </a:r>
            <a:endParaRPr sz="2400" dirty="0">
              <a:latin typeface="Times New Roman"/>
              <a:cs typeface="Times New Roman"/>
            </a:endParaRPr>
          </a:p>
          <a:p>
            <a:pPr marL="356870" indent="-344170">
              <a:lnSpc>
                <a:spcPct val="100000"/>
              </a:lnSpc>
              <a:spcBef>
                <a:spcPts val="5"/>
              </a:spcBef>
              <a:buFont typeface="Arial MT"/>
              <a:buChar char="•"/>
              <a:tabLst>
                <a:tab pos="356870" algn="l"/>
              </a:tabLst>
            </a:pPr>
            <a:r>
              <a:rPr lang="en-US" sz="2400" dirty="0">
                <a:latin typeface="Times New Roman"/>
                <a:cs typeface="Times New Roman"/>
              </a:rPr>
              <a:t>Shows Application Count and Available Openings in real-time</a:t>
            </a:r>
            <a:r>
              <a:rPr sz="2400" spc="-10" dirty="0">
                <a:latin typeface="Times New Roman"/>
                <a:cs typeface="Times New Roman"/>
              </a:rPr>
              <a:t>.</a:t>
            </a:r>
            <a:endParaRPr sz="2400" dirty="0">
              <a:latin typeface="Times New Roman"/>
              <a:cs typeface="Times New Roman"/>
            </a:endParaRPr>
          </a:p>
          <a:p>
            <a:pPr marL="814069" lvl="1" indent="-344170">
              <a:lnSpc>
                <a:spcPct val="100000"/>
              </a:lnSpc>
              <a:buFont typeface="Wingdings"/>
              <a:buChar char=""/>
              <a:tabLst>
                <a:tab pos="814069" algn="l"/>
              </a:tabLst>
            </a:pPr>
            <a:r>
              <a:rPr lang="en-US" sz="2400" dirty="0">
                <a:latin typeface="Times New Roman"/>
                <a:cs typeface="Times New Roman"/>
              </a:rPr>
              <a:t>Job Highlights: Skills Required, Experience Level, Salary &amp; more.</a:t>
            </a:r>
          </a:p>
          <a:p>
            <a:pPr marL="814069" lvl="1" indent="-344170">
              <a:lnSpc>
                <a:spcPct val="100000"/>
              </a:lnSpc>
              <a:buFont typeface="Wingdings"/>
              <a:buChar char=""/>
              <a:tabLst>
                <a:tab pos="814069" algn="l"/>
              </a:tabLst>
            </a:pPr>
            <a:r>
              <a:rPr lang="en-US" sz="2400" dirty="0">
                <a:latin typeface="Times New Roman"/>
                <a:cs typeface="Times New Roman"/>
              </a:rPr>
              <a:t>Apply Now button navigates to application module.</a:t>
            </a:r>
            <a:endParaRPr sz="2400" dirty="0">
              <a:latin typeface="Times New Roman"/>
              <a:cs typeface="Times New Roman"/>
            </a:endParaRPr>
          </a:p>
        </p:txBody>
      </p:sp>
      <p:pic>
        <p:nvPicPr>
          <p:cNvPr id="24" name="Picture 23">
            <a:extLst>
              <a:ext uri="{FF2B5EF4-FFF2-40B4-BE49-F238E27FC236}">
                <a16:creationId xmlns:a16="http://schemas.microsoft.com/office/drawing/2014/main" id="{FD6689D0-D16F-A2D8-C34B-8DB783CB2A1C}"/>
              </a:ext>
            </a:extLst>
          </p:cNvPr>
          <p:cNvPicPr>
            <a:picLocks noChangeAspect="1"/>
          </p:cNvPicPr>
          <p:nvPr/>
        </p:nvPicPr>
        <p:blipFill>
          <a:blip r:embed="rId3"/>
          <a:stretch>
            <a:fillRect/>
          </a:stretch>
        </p:blipFill>
        <p:spPr>
          <a:xfrm>
            <a:off x="2853716" y="5581968"/>
            <a:ext cx="13460703" cy="4350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4568" y="6653783"/>
            <a:ext cx="993775" cy="993775"/>
          </a:xfrm>
          <a:custGeom>
            <a:avLst/>
            <a:gdLst/>
            <a:ahLst/>
            <a:cxnLst/>
            <a:rect l="l" t="t" r="r" b="b"/>
            <a:pathLst>
              <a:path w="993775" h="993775">
                <a:moveTo>
                  <a:pt x="496823" y="0"/>
                </a:moveTo>
                <a:lnTo>
                  <a:pt x="448977" y="2273"/>
                </a:lnTo>
                <a:lnTo>
                  <a:pt x="402417" y="8956"/>
                </a:lnTo>
                <a:lnTo>
                  <a:pt x="357351" y="19839"/>
                </a:lnTo>
                <a:lnTo>
                  <a:pt x="313989" y="34716"/>
                </a:lnTo>
                <a:lnTo>
                  <a:pt x="272538" y="53377"/>
                </a:lnTo>
                <a:lnTo>
                  <a:pt x="233207" y="75615"/>
                </a:lnTo>
                <a:lnTo>
                  <a:pt x="196203" y="101222"/>
                </a:lnTo>
                <a:lnTo>
                  <a:pt x="161736" y="129990"/>
                </a:lnTo>
                <a:lnTo>
                  <a:pt x="130012" y="161710"/>
                </a:lnTo>
                <a:lnTo>
                  <a:pt x="101241" y="196176"/>
                </a:lnTo>
                <a:lnTo>
                  <a:pt x="75630" y="233179"/>
                </a:lnTo>
                <a:lnTo>
                  <a:pt x="53388" y="272510"/>
                </a:lnTo>
                <a:lnTo>
                  <a:pt x="34724" y="313963"/>
                </a:lnTo>
                <a:lnTo>
                  <a:pt x="19844" y="357329"/>
                </a:lnTo>
                <a:lnTo>
                  <a:pt x="8958" y="402399"/>
                </a:lnTo>
                <a:lnTo>
                  <a:pt x="2274" y="448967"/>
                </a:lnTo>
                <a:lnTo>
                  <a:pt x="0" y="496823"/>
                </a:lnTo>
                <a:lnTo>
                  <a:pt x="2274" y="544680"/>
                </a:lnTo>
                <a:lnTo>
                  <a:pt x="8958" y="591248"/>
                </a:lnTo>
                <a:lnTo>
                  <a:pt x="19844" y="636318"/>
                </a:lnTo>
                <a:lnTo>
                  <a:pt x="34724" y="679684"/>
                </a:lnTo>
                <a:lnTo>
                  <a:pt x="53388" y="721137"/>
                </a:lnTo>
                <a:lnTo>
                  <a:pt x="75630" y="760468"/>
                </a:lnTo>
                <a:lnTo>
                  <a:pt x="101241" y="797471"/>
                </a:lnTo>
                <a:lnTo>
                  <a:pt x="130012" y="831937"/>
                </a:lnTo>
                <a:lnTo>
                  <a:pt x="161736" y="863657"/>
                </a:lnTo>
                <a:lnTo>
                  <a:pt x="196203" y="892425"/>
                </a:lnTo>
                <a:lnTo>
                  <a:pt x="233207" y="918032"/>
                </a:lnTo>
                <a:lnTo>
                  <a:pt x="272538" y="940270"/>
                </a:lnTo>
                <a:lnTo>
                  <a:pt x="313989" y="958931"/>
                </a:lnTo>
                <a:lnTo>
                  <a:pt x="357351" y="973808"/>
                </a:lnTo>
                <a:lnTo>
                  <a:pt x="402417" y="984691"/>
                </a:lnTo>
                <a:lnTo>
                  <a:pt x="448977" y="991374"/>
                </a:lnTo>
                <a:lnTo>
                  <a:pt x="496823" y="993647"/>
                </a:lnTo>
                <a:lnTo>
                  <a:pt x="544680" y="991374"/>
                </a:lnTo>
                <a:lnTo>
                  <a:pt x="591248" y="984691"/>
                </a:lnTo>
                <a:lnTo>
                  <a:pt x="636318" y="973808"/>
                </a:lnTo>
                <a:lnTo>
                  <a:pt x="679684" y="958931"/>
                </a:lnTo>
                <a:lnTo>
                  <a:pt x="721137" y="940270"/>
                </a:lnTo>
                <a:lnTo>
                  <a:pt x="760468" y="918032"/>
                </a:lnTo>
                <a:lnTo>
                  <a:pt x="797471" y="892425"/>
                </a:lnTo>
                <a:lnTo>
                  <a:pt x="831937" y="863657"/>
                </a:lnTo>
                <a:lnTo>
                  <a:pt x="863657" y="831937"/>
                </a:lnTo>
                <a:lnTo>
                  <a:pt x="892425" y="797471"/>
                </a:lnTo>
                <a:lnTo>
                  <a:pt x="918032" y="760468"/>
                </a:lnTo>
                <a:lnTo>
                  <a:pt x="940270" y="721137"/>
                </a:lnTo>
                <a:lnTo>
                  <a:pt x="958931" y="679684"/>
                </a:lnTo>
                <a:lnTo>
                  <a:pt x="973808" y="636318"/>
                </a:lnTo>
                <a:lnTo>
                  <a:pt x="984691" y="591248"/>
                </a:lnTo>
                <a:lnTo>
                  <a:pt x="991374" y="544680"/>
                </a:lnTo>
                <a:lnTo>
                  <a:pt x="993648" y="496823"/>
                </a:lnTo>
                <a:lnTo>
                  <a:pt x="991374" y="448967"/>
                </a:lnTo>
                <a:lnTo>
                  <a:pt x="984691" y="402399"/>
                </a:lnTo>
                <a:lnTo>
                  <a:pt x="973808" y="357329"/>
                </a:lnTo>
                <a:lnTo>
                  <a:pt x="958931" y="313963"/>
                </a:lnTo>
                <a:lnTo>
                  <a:pt x="940270" y="272510"/>
                </a:lnTo>
                <a:lnTo>
                  <a:pt x="918032" y="233179"/>
                </a:lnTo>
                <a:lnTo>
                  <a:pt x="892425" y="196176"/>
                </a:lnTo>
                <a:lnTo>
                  <a:pt x="863657" y="161710"/>
                </a:lnTo>
                <a:lnTo>
                  <a:pt x="831937" y="129990"/>
                </a:lnTo>
                <a:lnTo>
                  <a:pt x="797471" y="101222"/>
                </a:lnTo>
                <a:lnTo>
                  <a:pt x="760468" y="75615"/>
                </a:lnTo>
                <a:lnTo>
                  <a:pt x="721137" y="53377"/>
                </a:lnTo>
                <a:lnTo>
                  <a:pt x="679684" y="34716"/>
                </a:lnTo>
                <a:lnTo>
                  <a:pt x="636318" y="19839"/>
                </a:lnTo>
                <a:lnTo>
                  <a:pt x="591248" y="8956"/>
                </a:lnTo>
                <a:lnTo>
                  <a:pt x="544680" y="2273"/>
                </a:lnTo>
                <a:lnTo>
                  <a:pt x="496823" y="0"/>
                </a:lnTo>
                <a:close/>
              </a:path>
            </a:pathLst>
          </a:custGeom>
          <a:solidFill>
            <a:srgbClr val="FC611F"/>
          </a:solidFill>
        </p:spPr>
        <p:txBody>
          <a:bodyPr wrap="square" lIns="0" tIns="0" rIns="0" bIns="0" rtlCol="0"/>
          <a:lstStyle/>
          <a:p>
            <a:endParaRPr/>
          </a:p>
        </p:txBody>
      </p:sp>
      <p:sp>
        <p:nvSpPr>
          <p:cNvPr id="3" name="object 3"/>
          <p:cNvSpPr/>
          <p:nvPr/>
        </p:nvSpPr>
        <p:spPr>
          <a:xfrm>
            <a:off x="979932" y="3317747"/>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4" name="object 4"/>
          <p:cNvSpPr/>
          <p:nvPr/>
        </p:nvSpPr>
        <p:spPr>
          <a:xfrm>
            <a:off x="979932" y="1982723"/>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3"/>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79677" y="209321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6" name="object 6"/>
          <p:cNvSpPr/>
          <p:nvPr/>
        </p:nvSpPr>
        <p:spPr>
          <a:xfrm>
            <a:off x="979932" y="3985259"/>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7" name="object 7"/>
          <p:cNvSpPr/>
          <p:nvPr/>
        </p:nvSpPr>
        <p:spPr>
          <a:xfrm>
            <a:off x="979932" y="2650235"/>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4"/>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8" name="object 8"/>
          <p:cNvSpPr txBox="1"/>
          <p:nvPr/>
        </p:nvSpPr>
        <p:spPr>
          <a:xfrm>
            <a:off x="1152245" y="2759201"/>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9" name="object 9"/>
          <p:cNvSpPr/>
          <p:nvPr/>
        </p:nvSpPr>
        <p:spPr>
          <a:xfrm>
            <a:off x="979932" y="5320284"/>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0" name="object 10"/>
          <p:cNvSpPr/>
          <p:nvPr/>
        </p:nvSpPr>
        <p:spPr>
          <a:xfrm>
            <a:off x="979932" y="4652771"/>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1" name="object 11"/>
          <p:cNvSpPr/>
          <p:nvPr/>
        </p:nvSpPr>
        <p:spPr>
          <a:xfrm>
            <a:off x="979932" y="5987796"/>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2" name="object 12"/>
          <p:cNvSpPr/>
          <p:nvPr/>
        </p:nvSpPr>
        <p:spPr>
          <a:xfrm>
            <a:off x="979932" y="7761731"/>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4"/>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876706" y="3426967"/>
            <a:ext cx="709295" cy="4731385"/>
          </a:xfrm>
          <a:prstGeom prst="rect">
            <a:avLst/>
          </a:prstGeom>
        </p:spPr>
        <p:txBody>
          <a:bodyPr vert="horz" wrap="square" lIns="0" tIns="12700" rIns="0" bIns="0" rtlCol="0">
            <a:spAutoFit/>
          </a:bodyPr>
          <a:lstStyle/>
          <a:p>
            <a:pPr algn="ctr">
              <a:lnSpc>
                <a:spcPct val="100000"/>
              </a:lnSpc>
              <a:spcBef>
                <a:spcPts val="100"/>
              </a:spcBef>
            </a:pPr>
            <a:r>
              <a:rPr sz="1700" spc="60" dirty="0">
                <a:solidFill>
                  <a:srgbClr val="181818"/>
                </a:solidFill>
                <a:latin typeface="Tahoma"/>
                <a:cs typeface="Tahoma"/>
              </a:rPr>
              <a:t>3</a:t>
            </a:r>
            <a:endParaRPr sz="1700">
              <a:latin typeface="Tahoma"/>
              <a:cs typeface="Tahoma"/>
            </a:endParaRPr>
          </a:p>
          <a:p>
            <a:pPr>
              <a:lnSpc>
                <a:spcPct val="100000"/>
              </a:lnSpc>
              <a:spcBef>
                <a:spcPts val="1170"/>
              </a:spcBef>
            </a:pPr>
            <a:endParaRPr sz="1700">
              <a:latin typeface="Tahoma"/>
              <a:cs typeface="Tahoma"/>
            </a:endParaRPr>
          </a:p>
          <a:p>
            <a:pPr algn="ctr">
              <a:lnSpc>
                <a:spcPct val="100000"/>
              </a:lnSpc>
            </a:pPr>
            <a:r>
              <a:rPr sz="1700" spc="160" dirty="0">
                <a:solidFill>
                  <a:srgbClr val="181818"/>
                </a:solidFill>
                <a:latin typeface="Tahoma"/>
                <a:cs typeface="Tahoma"/>
              </a:rPr>
              <a:t>4</a:t>
            </a:r>
            <a:endParaRPr sz="1700">
              <a:latin typeface="Tahoma"/>
              <a:cs typeface="Tahoma"/>
            </a:endParaRPr>
          </a:p>
          <a:p>
            <a:pPr>
              <a:lnSpc>
                <a:spcPct val="100000"/>
              </a:lnSpc>
              <a:spcBef>
                <a:spcPts val="1165"/>
              </a:spcBef>
            </a:pPr>
            <a:endParaRPr sz="1700">
              <a:latin typeface="Tahoma"/>
              <a:cs typeface="Tahoma"/>
            </a:endParaRPr>
          </a:p>
          <a:p>
            <a:pPr algn="ctr">
              <a:lnSpc>
                <a:spcPct val="100000"/>
              </a:lnSpc>
            </a:pPr>
            <a:r>
              <a:rPr sz="1700" spc="60" dirty="0">
                <a:solidFill>
                  <a:srgbClr val="181818"/>
                </a:solidFill>
                <a:latin typeface="Tahoma"/>
                <a:cs typeface="Tahoma"/>
              </a:rPr>
              <a:t>5</a:t>
            </a:r>
            <a:endParaRPr sz="1700">
              <a:latin typeface="Tahoma"/>
              <a:cs typeface="Tahoma"/>
            </a:endParaRPr>
          </a:p>
          <a:p>
            <a:pPr>
              <a:lnSpc>
                <a:spcPct val="100000"/>
              </a:lnSpc>
              <a:spcBef>
                <a:spcPts val="1165"/>
              </a:spcBef>
            </a:pPr>
            <a:endParaRPr sz="1700">
              <a:latin typeface="Tahoma"/>
              <a:cs typeface="Tahoma"/>
            </a:endParaRPr>
          </a:p>
          <a:p>
            <a:pPr marL="1270" algn="ctr">
              <a:lnSpc>
                <a:spcPct val="100000"/>
              </a:lnSpc>
            </a:pPr>
            <a:r>
              <a:rPr sz="1700" spc="125" dirty="0">
                <a:solidFill>
                  <a:srgbClr val="181818"/>
                </a:solidFill>
                <a:latin typeface="Tahoma"/>
                <a:cs typeface="Tahoma"/>
              </a:rPr>
              <a:t>6</a:t>
            </a:r>
            <a:endParaRPr sz="1700">
              <a:latin typeface="Tahoma"/>
              <a:cs typeface="Tahoma"/>
            </a:endParaRPr>
          </a:p>
          <a:p>
            <a:pPr>
              <a:lnSpc>
                <a:spcPct val="100000"/>
              </a:lnSpc>
              <a:spcBef>
                <a:spcPts val="1170"/>
              </a:spcBef>
            </a:pPr>
            <a:endParaRPr sz="1700">
              <a:latin typeface="Tahoma"/>
              <a:cs typeface="Tahoma"/>
            </a:endParaRPr>
          </a:p>
          <a:p>
            <a:pPr marL="1905" algn="ctr">
              <a:lnSpc>
                <a:spcPct val="100000"/>
              </a:lnSpc>
            </a:pPr>
            <a:r>
              <a:rPr sz="1700" spc="30" dirty="0">
                <a:solidFill>
                  <a:srgbClr val="181818"/>
                </a:solidFill>
                <a:latin typeface="Tahoma"/>
                <a:cs typeface="Tahoma"/>
              </a:rPr>
              <a:t>7</a:t>
            </a:r>
            <a:endParaRPr sz="1700">
              <a:latin typeface="Tahoma"/>
              <a:cs typeface="Tahoma"/>
            </a:endParaRPr>
          </a:p>
          <a:p>
            <a:pPr>
              <a:lnSpc>
                <a:spcPct val="100000"/>
              </a:lnSpc>
            </a:pPr>
            <a:endParaRPr sz="1700">
              <a:latin typeface="Tahoma"/>
              <a:cs typeface="Tahoma"/>
            </a:endParaRPr>
          </a:p>
          <a:p>
            <a:pPr>
              <a:lnSpc>
                <a:spcPct val="100000"/>
              </a:lnSpc>
              <a:spcBef>
                <a:spcPts val="330"/>
              </a:spcBef>
            </a:pPr>
            <a:endParaRPr sz="1700">
              <a:latin typeface="Tahoma"/>
              <a:cs typeface="Tahoma"/>
            </a:endParaRPr>
          </a:p>
          <a:p>
            <a:pPr algn="ctr">
              <a:lnSpc>
                <a:spcPct val="100000"/>
              </a:lnSpc>
            </a:pPr>
            <a:r>
              <a:rPr sz="2400" b="1" spc="-20" dirty="0">
                <a:solidFill>
                  <a:srgbClr val="001F5F"/>
                </a:solidFill>
                <a:latin typeface="Tahoma"/>
                <a:cs typeface="Tahoma"/>
              </a:rPr>
              <a:t>8(B)</a:t>
            </a:r>
            <a:endParaRPr sz="2400">
              <a:latin typeface="Tahoma"/>
              <a:cs typeface="Tahoma"/>
            </a:endParaRPr>
          </a:p>
          <a:p>
            <a:pPr>
              <a:lnSpc>
                <a:spcPct val="100000"/>
              </a:lnSpc>
              <a:spcBef>
                <a:spcPts val="1720"/>
              </a:spcBef>
            </a:pPr>
            <a:endParaRPr sz="2400">
              <a:latin typeface="Tahoma"/>
              <a:cs typeface="Tahoma"/>
            </a:endParaRPr>
          </a:p>
          <a:p>
            <a:pPr marL="1270" algn="ctr">
              <a:lnSpc>
                <a:spcPct val="100000"/>
              </a:lnSpc>
              <a:spcBef>
                <a:spcPts val="5"/>
              </a:spcBef>
            </a:pPr>
            <a:r>
              <a:rPr sz="1700" spc="125" dirty="0">
                <a:solidFill>
                  <a:srgbClr val="181818"/>
                </a:solidFill>
                <a:latin typeface="Tahoma"/>
                <a:cs typeface="Tahoma"/>
              </a:rPr>
              <a:t>9</a:t>
            </a:r>
            <a:endParaRPr sz="1700">
              <a:latin typeface="Tahoma"/>
              <a:cs typeface="Tahoma"/>
            </a:endParaRPr>
          </a:p>
        </p:txBody>
      </p:sp>
      <p:grpSp>
        <p:nvGrpSpPr>
          <p:cNvPr id="14" name="object 14"/>
          <p:cNvGrpSpPr/>
          <p:nvPr/>
        </p:nvGrpSpPr>
        <p:grpSpPr>
          <a:xfrm>
            <a:off x="16312895" y="1030224"/>
            <a:ext cx="948055" cy="234950"/>
            <a:chOff x="16312895" y="1030224"/>
            <a:chExt cx="948055" cy="234950"/>
          </a:xfrm>
        </p:grpSpPr>
        <p:pic>
          <p:nvPicPr>
            <p:cNvPr id="15" name="object 15"/>
            <p:cNvPicPr/>
            <p:nvPr/>
          </p:nvPicPr>
          <p:blipFill>
            <a:blip r:embed="rId2" cstate="print"/>
            <a:stretch>
              <a:fillRect/>
            </a:stretch>
          </p:blipFill>
          <p:spPr>
            <a:xfrm>
              <a:off x="16334231" y="1051560"/>
              <a:ext cx="487425" cy="48768"/>
            </a:xfrm>
            <a:prstGeom prst="rect">
              <a:avLst/>
            </a:prstGeom>
          </p:spPr>
        </p:pic>
        <p:sp>
          <p:nvSpPr>
            <p:cNvPr id="16" name="object 16"/>
            <p:cNvSpPr/>
            <p:nvPr/>
          </p:nvSpPr>
          <p:spPr>
            <a:xfrm>
              <a:off x="16314419" y="1031748"/>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17" name="object 17"/>
          <p:cNvSpPr txBox="1">
            <a:spLocks noGrp="1"/>
          </p:cNvSpPr>
          <p:nvPr>
            <p:ph type="title"/>
          </p:nvPr>
        </p:nvSpPr>
        <p:spPr>
          <a:prstGeom prst="rect">
            <a:avLst/>
          </a:prstGeom>
        </p:spPr>
        <p:txBody>
          <a:bodyPr vert="horz" wrap="square" lIns="0" tIns="65023" rIns="0" bIns="0" rtlCol="0">
            <a:spAutoFit/>
          </a:bodyPr>
          <a:lstStyle/>
          <a:p>
            <a:pPr marL="353695">
              <a:lnSpc>
                <a:spcPct val="100000"/>
              </a:lnSpc>
              <a:spcBef>
                <a:spcPts val="100"/>
              </a:spcBef>
            </a:pPr>
            <a:r>
              <a:rPr spc="-40" dirty="0"/>
              <a:t>IMPLEMENTATION</a:t>
            </a:r>
            <a:r>
              <a:rPr spc="-204" dirty="0"/>
              <a:t> </a:t>
            </a:r>
            <a:r>
              <a:rPr spc="-10" dirty="0"/>
              <a:t>SCREENSHOTS</a:t>
            </a:r>
          </a:p>
        </p:txBody>
      </p:sp>
      <p:sp>
        <p:nvSpPr>
          <p:cNvPr id="18" name="object 18"/>
          <p:cNvSpPr txBox="1"/>
          <p:nvPr/>
        </p:nvSpPr>
        <p:spPr>
          <a:xfrm>
            <a:off x="2136394" y="1450593"/>
            <a:ext cx="6702806" cy="444352"/>
          </a:xfrm>
          <a:prstGeom prst="rect">
            <a:avLst/>
          </a:prstGeom>
        </p:spPr>
        <p:txBody>
          <a:bodyPr vert="horz" wrap="square" lIns="0" tIns="13335" rIns="0" bIns="0" rtlCol="0">
            <a:spAutoFit/>
          </a:bodyPr>
          <a:lstStyle/>
          <a:p>
            <a:pPr marL="12700">
              <a:lnSpc>
                <a:spcPct val="100000"/>
              </a:lnSpc>
              <a:spcBef>
                <a:spcPts val="105"/>
              </a:spcBef>
            </a:pPr>
            <a:r>
              <a:rPr lang="en-US" sz="2800" b="1" dirty="0">
                <a:latin typeface="Times New Roman"/>
                <a:cs typeface="Times New Roman"/>
              </a:rPr>
              <a:t>Browse Job Listings Module:</a:t>
            </a:r>
            <a:r>
              <a:rPr sz="2800" b="1" spc="-10" dirty="0">
                <a:latin typeface="Times New Roman"/>
                <a:cs typeface="Times New Roman"/>
              </a:rPr>
              <a:t>:</a:t>
            </a:r>
            <a:endParaRPr sz="2800" dirty="0">
              <a:latin typeface="Times New Roman"/>
              <a:cs typeface="Times New Roman"/>
            </a:endParaRPr>
          </a:p>
        </p:txBody>
      </p:sp>
      <p:sp>
        <p:nvSpPr>
          <p:cNvPr id="19" name="object 19"/>
          <p:cNvSpPr txBox="1"/>
          <p:nvPr/>
        </p:nvSpPr>
        <p:spPr>
          <a:xfrm>
            <a:off x="2136394" y="1880361"/>
            <a:ext cx="8515985" cy="1515800"/>
          </a:xfrm>
          <a:prstGeom prst="rect">
            <a:avLst/>
          </a:prstGeom>
        </p:spPr>
        <p:txBody>
          <a:bodyPr vert="horz" wrap="square" lIns="0" tIns="12700" rIns="0" bIns="0" rtlCol="0">
            <a:spAutoFit/>
          </a:bodyPr>
          <a:lstStyle/>
          <a:p>
            <a:pPr marL="356870" indent="-344170">
              <a:lnSpc>
                <a:spcPct val="100000"/>
              </a:lnSpc>
              <a:spcBef>
                <a:spcPts val="100"/>
              </a:spcBef>
              <a:buFont typeface="Arial MT"/>
              <a:buChar char="•"/>
              <a:tabLst>
                <a:tab pos="356870" algn="l"/>
              </a:tabLst>
            </a:pPr>
            <a:r>
              <a:rPr lang="en-US" sz="2400" dirty="0">
                <a:latin typeface="Times New Roman"/>
                <a:cs typeface="Times New Roman"/>
              </a:rPr>
              <a:t>Input fields: Job Title search bar, Location filter, and Search button for quick job discovery.</a:t>
            </a:r>
          </a:p>
          <a:p>
            <a:pPr marL="356870" indent="-344170">
              <a:lnSpc>
                <a:spcPct val="100000"/>
              </a:lnSpc>
              <a:spcBef>
                <a:spcPts val="100"/>
              </a:spcBef>
              <a:buFont typeface="Arial MT"/>
              <a:buChar char="•"/>
              <a:tabLst>
                <a:tab pos="356870" algn="l"/>
              </a:tabLst>
            </a:pPr>
            <a:r>
              <a:rPr lang="en-US" sz="2400" dirty="0">
                <a:latin typeface="Times New Roman"/>
                <a:cs typeface="Times New Roman"/>
              </a:rPr>
              <a:t>Real-time job listings displayed as search filters change.</a:t>
            </a:r>
          </a:p>
          <a:p>
            <a:pPr marL="356870" indent="-344170">
              <a:lnSpc>
                <a:spcPct val="100000"/>
              </a:lnSpc>
              <a:spcBef>
                <a:spcPts val="100"/>
              </a:spcBef>
              <a:buFont typeface="Arial MT"/>
              <a:buChar char="•"/>
              <a:tabLst>
                <a:tab pos="356870" algn="l"/>
              </a:tabLst>
            </a:pPr>
            <a:r>
              <a:rPr lang="en-US" sz="2400" dirty="0">
                <a:latin typeface="Times New Roman"/>
                <a:cs typeface="Times New Roman"/>
              </a:rPr>
              <a:t>Prevents applying to unavailable jobs (vacancy check).</a:t>
            </a:r>
            <a:endParaRPr sz="2400" dirty="0">
              <a:latin typeface="Times New Roman"/>
              <a:cs typeface="Times New Roman"/>
            </a:endParaRPr>
          </a:p>
        </p:txBody>
      </p:sp>
      <p:pic>
        <p:nvPicPr>
          <p:cNvPr id="22" name="Picture 21">
            <a:extLst>
              <a:ext uri="{FF2B5EF4-FFF2-40B4-BE49-F238E27FC236}">
                <a16:creationId xmlns:a16="http://schemas.microsoft.com/office/drawing/2014/main" id="{C04C3357-B13E-52D7-D21D-D91EACB0FA9D}"/>
              </a:ext>
            </a:extLst>
          </p:cNvPr>
          <p:cNvPicPr>
            <a:picLocks noChangeAspect="1"/>
          </p:cNvPicPr>
          <p:nvPr/>
        </p:nvPicPr>
        <p:blipFill>
          <a:blip r:embed="rId3"/>
          <a:stretch>
            <a:fillRect/>
          </a:stretch>
        </p:blipFill>
        <p:spPr>
          <a:xfrm>
            <a:off x="2301620" y="3510533"/>
            <a:ext cx="13611225" cy="6286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4568" y="6653783"/>
            <a:ext cx="993775" cy="993775"/>
          </a:xfrm>
          <a:custGeom>
            <a:avLst/>
            <a:gdLst/>
            <a:ahLst/>
            <a:cxnLst/>
            <a:rect l="l" t="t" r="r" b="b"/>
            <a:pathLst>
              <a:path w="993775" h="993775">
                <a:moveTo>
                  <a:pt x="496823" y="0"/>
                </a:moveTo>
                <a:lnTo>
                  <a:pt x="448977" y="2273"/>
                </a:lnTo>
                <a:lnTo>
                  <a:pt x="402417" y="8956"/>
                </a:lnTo>
                <a:lnTo>
                  <a:pt x="357351" y="19839"/>
                </a:lnTo>
                <a:lnTo>
                  <a:pt x="313989" y="34716"/>
                </a:lnTo>
                <a:lnTo>
                  <a:pt x="272538" y="53377"/>
                </a:lnTo>
                <a:lnTo>
                  <a:pt x="233207" y="75615"/>
                </a:lnTo>
                <a:lnTo>
                  <a:pt x="196203" y="101222"/>
                </a:lnTo>
                <a:lnTo>
                  <a:pt x="161736" y="129990"/>
                </a:lnTo>
                <a:lnTo>
                  <a:pt x="130012" y="161710"/>
                </a:lnTo>
                <a:lnTo>
                  <a:pt x="101241" y="196176"/>
                </a:lnTo>
                <a:lnTo>
                  <a:pt x="75630" y="233179"/>
                </a:lnTo>
                <a:lnTo>
                  <a:pt x="53388" y="272510"/>
                </a:lnTo>
                <a:lnTo>
                  <a:pt x="34724" y="313963"/>
                </a:lnTo>
                <a:lnTo>
                  <a:pt x="19844" y="357329"/>
                </a:lnTo>
                <a:lnTo>
                  <a:pt x="8958" y="402399"/>
                </a:lnTo>
                <a:lnTo>
                  <a:pt x="2274" y="448967"/>
                </a:lnTo>
                <a:lnTo>
                  <a:pt x="0" y="496823"/>
                </a:lnTo>
                <a:lnTo>
                  <a:pt x="2274" y="544680"/>
                </a:lnTo>
                <a:lnTo>
                  <a:pt x="8958" y="591248"/>
                </a:lnTo>
                <a:lnTo>
                  <a:pt x="19844" y="636318"/>
                </a:lnTo>
                <a:lnTo>
                  <a:pt x="34724" y="679684"/>
                </a:lnTo>
                <a:lnTo>
                  <a:pt x="53388" y="721137"/>
                </a:lnTo>
                <a:lnTo>
                  <a:pt x="75630" y="760468"/>
                </a:lnTo>
                <a:lnTo>
                  <a:pt x="101241" y="797471"/>
                </a:lnTo>
                <a:lnTo>
                  <a:pt x="130012" y="831937"/>
                </a:lnTo>
                <a:lnTo>
                  <a:pt x="161736" y="863657"/>
                </a:lnTo>
                <a:lnTo>
                  <a:pt x="196203" y="892425"/>
                </a:lnTo>
                <a:lnTo>
                  <a:pt x="233207" y="918032"/>
                </a:lnTo>
                <a:lnTo>
                  <a:pt x="272538" y="940270"/>
                </a:lnTo>
                <a:lnTo>
                  <a:pt x="313989" y="958931"/>
                </a:lnTo>
                <a:lnTo>
                  <a:pt x="357351" y="973808"/>
                </a:lnTo>
                <a:lnTo>
                  <a:pt x="402417" y="984691"/>
                </a:lnTo>
                <a:lnTo>
                  <a:pt x="448977" y="991374"/>
                </a:lnTo>
                <a:lnTo>
                  <a:pt x="496823" y="993647"/>
                </a:lnTo>
                <a:lnTo>
                  <a:pt x="544680" y="991374"/>
                </a:lnTo>
                <a:lnTo>
                  <a:pt x="591248" y="984691"/>
                </a:lnTo>
                <a:lnTo>
                  <a:pt x="636318" y="973808"/>
                </a:lnTo>
                <a:lnTo>
                  <a:pt x="679684" y="958931"/>
                </a:lnTo>
                <a:lnTo>
                  <a:pt x="721137" y="940270"/>
                </a:lnTo>
                <a:lnTo>
                  <a:pt x="760468" y="918032"/>
                </a:lnTo>
                <a:lnTo>
                  <a:pt x="797471" y="892425"/>
                </a:lnTo>
                <a:lnTo>
                  <a:pt x="831937" y="863657"/>
                </a:lnTo>
                <a:lnTo>
                  <a:pt x="863657" y="831937"/>
                </a:lnTo>
                <a:lnTo>
                  <a:pt x="892425" y="797471"/>
                </a:lnTo>
                <a:lnTo>
                  <a:pt x="918032" y="760468"/>
                </a:lnTo>
                <a:lnTo>
                  <a:pt x="940270" y="721137"/>
                </a:lnTo>
                <a:lnTo>
                  <a:pt x="958931" y="679684"/>
                </a:lnTo>
                <a:lnTo>
                  <a:pt x="973808" y="636318"/>
                </a:lnTo>
                <a:lnTo>
                  <a:pt x="984691" y="591248"/>
                </a:lnTo>
                <a:lnTo>
                  <a:pt x="991374" y="544680"/>
                </a:lnTo>
                <a:lnTo>
                  <a:pt x="993648" y="496823"/>
                </a:lnTo>
                <a:lnTo>
                  <a:pt x="991374" y="448967"/>
                </a:lnTo>
                <a:lnTo>
                  <a:pt x="984691" y="402399"/>
                </a:lnTo>
                <a:lnTo>
                  <a:pt x="973808" y="357329"/>
                </a:lnTo>
                <a:lnTo>
                  <a:pt x="958931" y="313963"/>
                </a:lnTo>
                <a:lnTo>
                  <a:pt x="940270" y="272510"/>
                </a:lnTo>
                <a:lnTo>
                  <a:pt x="918032" y="233179"/>
                </a:lnTo>
                <a:lnTo>
                  <a:pt x="892425" y="196176"/>
                </a:lnTo>
                <a:lnTo>
                  <a:pt x="863657" y="161710"/>
                </a:lnTo>
                <a:lnTo>
                  <a:pt x="831937" y="129990"/>
                </a:lnTo>
                <a:lnTo>
                  <a:pt x="797471" y="101222"/>
                </a:lnTo>
                <a:lnTo>
                  <a:pt x="760468" y="75615"/>
                </a:lnTo>
                <a:lnTo>
                  <a:pt x="721137" y="53377"/>
                </a:lnTo>
                <a:lnTo>
                  <a:pt x="679684" y="34716"/>
                </a:lnTo>
                <a:lnTo>
                  <a:pt x="636318" y="19839"/>
                </a:lnTo>
                <a:lnTo>
                  <a:pt x="591248" y="8956"/>
                </a:lnTo>
                <a:lnTo>
                  <a:pt x="544680" y="2273"/>
                </a:lnTo>
                <a:lnTo>
                  <a:pt x="496823" y="0"/>
                </a:lnTo>
                <a:close/>
              </a:path>
            </a:pathLst>
          </a:custGeom>
          <a:solidFill>
            <a:srgbClr val="FC611F"/>
          </a:solidFill>
        </p:spPr>
        <p:txBody>
          <a:bodyPr wrap="square" lIns="0" tIns="0" rIns="0" bIns="0" rtlCol="0"/>
          <a:lstStyle/>
          <a:p>
            <a:endParaRPr/>
          </a:p>
        </p:txBody>
      </p:sp>
      <p:sp>
        <p:nvSpPr>
          <p:cNvPr id="3" name="object 3"/>
          <p:cNvSpPr/>
          <p:nvPr/>
        </p:nvSpPr>
        <p:spPr>
          <a:xfrm>
            <a:off x="979932" y="3317747"/>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4" name="object 4"/>
          <p:cNvSpPr/>
          <p:nvPr/>
        </p:nvSpPr>
        <p:spPr>
          <a:xfrm>
            <a:off x="979932" y="1982723"/>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3"/>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79677" y="209321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6" name="object 6"/>
          <p:cNvSpPr/>
          <p:nvPr/>
        </p:nvSpPr>
        <p:spPr>
          <a:xfrm>
            <a:off x="979932" y="3985259"/>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7" name="object 7"/>
          <p:cNvSpPr/>
          <p:nvPr/>
        </p:nvSpPr>
        <p:spPr>
          <a:xfrm>
            <a:off x="979932" y="2650235"/>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4"/>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8" name="object 8"/>
          <p:cNvSpPr txBox="1"/>
          <p:nvPr/>
        </p:nvSpPr>
        <p:spPr>
          <a:xfrm>
            <a:off x="1152245" y="2759201"/>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9" name="object 9"/>
          <p:cNvSpPr/>
          <p:nvPr/>
        </p:nvSpPr>
        <p:spPr>
          <a:xfrm>
            <a:off x="979932" y="5320284"/>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0" name="object 10"/>
          <p:cNvSpPr/>
          <p:nvPr/>
        </p:nvSpPr>
        <p:spPr>
          <a:xfrm>
            <a:off x="979932" y="4652771"/>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1" name="object 11"/>
          <p:cNvSpPr/>
          <p:nvPr/>
        </p:nvSpPr>
        <p:spPr>
          <a:xfrm>
            <a:off x="979932" y="5987796"/>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2" name="object 12"/>
          <p:cNvSpPr/>
          <p:nvPr/>
        </p:nvSpPr>
        <p:spPr>
          <a:xfrm>
            <a:off x="979932" y="7761731"/>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4"/>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873658" y="3426967"/>
            <a:ext cx="715645" cy="4731385"/>
          </a:xfrm>
          <a:prstGeom prst="rect">
            <a:avLst/>
          </a:prstGeom>
        </p:spPr>
        <p:txBody>
          <a:bodyPr vert="horz" wrap="square" lIns="0" tIns="12700" rIns="0" bIns="0" rtlCol="0">
            <a:spAutoFit/>
          </a:bodyPr>
          <a:lstStyle/>
          <a:p>
            <a:pPr algn="ctr">
              <a:lnSpc>
                <a:spcPct val="100000"/>
              </a:lnSpc>
              <a:spcBef>
                <a:spcPts val="100"/>
              </a:spcBef>
            </a:pPr>
            <a:r>
              <a:rPr sz="1700" spc="60" dirty="0">
                <a:solidFill>
                  <a:srgbClr val="181818"/>
                </a:solidFill>
                <a:latin typeface="Tahoma"/>
                <a:cs typeface="Tahoma"/>
              </a:rPr>
              <a:t>3</a:t>
            </a:r>
            <a:endParaRPr sz="1700">
              <a:latin typeface="Tahoma"/>
              <a:cs typeface="Tahoma"/>
            </a:endParaRPr>
          </a:p>
          <a:p>
            <a:pPr>
              <a:lnSpc>
                <a:spcPct val="100000"/>
              </a:lnSpc>
              <a:spcBef>
                <a:spcPts val="1170"/>
              </a:spcBef>
            </a:pPr>
            <a:endParaRPr sz="1700">
              <a:latin typeface="Tahoma"/>
              <a:cs typeface="Tahoma"/>
            </a:endParaRPr>
          </a:p>
          <a:p>
            <a:pPr algn="ctr">
              <a:lnSpc>
                <a:spcPct val="100000"/>
              </a:lnSpc>
            </a:pPr>
            <a:r>
              <a:rPr sz="1700" spc="160" dirty="0">
                <a:solidFill>
                  <a:srgbClr val="181818"/>
                </a:solidFill>
                <a:latin typeface="Tahoma"/>
                <a:cs typeface="Tahoma"/>
              </a:rPr>
              <a:t>4</a:t>
            </a:r>
            <a:endParaRPr sz="1700">
              <a:latin typeface="Tahoma"/>
              <a:cs typeface="Tahoma"/>
            </a:endParaRPr>
          </a:p>
          <a:p>
            <a:pPr>
              <a:lnSpc>
                <a:spcPct val="100000"/>
              </a:lnSpc>
              <a:spcBef>
                <a:spcPts val="1165"/>
              </a:spcBef>
            </a:pPr>
            <a:endParaRPr sz="1700">
              <a:latin typeface="Tahoma"/>
              <a:cs typeface="Tahoma"/>
            </a:endParaRPr>
          </a:p>
          <a:p>
            <a:pPr algn="ctr">
              <a:lnSpc>
                <a:spcPct val="100000"/>
              </a:lnSpc>
            </a:pPr>
            <a:r>
              <a:rPr sz="1700" spc="60" dirty="0">
                <a:solidFill>
                  <a:srgbClr val="181818"/>
                </a:solidFill>
                <a:latin typeface="Tahoma"/>
                <a:cs typeface="Tahoma"/>
              </a:rPr>
              <a:t>5</a:t>
            </a:r>
            <a:endParaRPr sz="1700">
              <a:latin typeface="Tahoma"/>
              <a:cs typeface="Tahoma"/>
            </a:endParaRPr>
          </a:p>
          <a:p>
            <a:pPr>
              <a:lnSpc>
                <a:spcPct val="100000"/>
              </a:lnSpc>
              <a:spcBef>
                <a:spcPts val="1165"/>
              </a:spcBef>
            </a:pPr>
            <a:endParaRPr sz="1700">
              <a:latin typeface="Tahoma"/>
              <a:cs typeface="Tahoma"/>
            </a:endParaRPr>
          </a:p>
          <a:p>
            <a:pPr marL="1270" algn="ctr">
              <a:lnSpc>
                <a:spcPct val="100000"/>
              </a:lnSpc>
            </a:pPr>
            <a:r>
              <a:rPr sz="1700" spc="125" dirty="0">
                <a:solidFill>
                  <a:srgbClr val="181818"/>
                </a:solidFill>
                <a:latin typeface="Tahoma"/>
                <a:cs typeface="Tahoma"/>
              </a:rPr>
              <a:t>6</a:t>
            </a:r>
            <a:endParaRPr sz="1700">
              <a:latin typeface="Tahoma"/>
              <a:cs typeface="Tahoma"/>
            </a:endParaRPr>
          </a:p>
          <a:p>
            <a:pPr>
              <a:lnSpc>
                <a:spcPct val="100000"/>
              </a:lnSpc>
              <a:spcBef>
                <a:spcPts val="1170"/>
              </a:spcBef>
            </a:pPr>
            <a:endParaRPr sz="1700">
              <a:latin typeface="Tahoma"/>
              <a:cs typeface="Tahoma"/>
            </a:endParaRPr>
          </a:p>
          <a:p>
            <a:pPr marL="1905" algn="ctr">
              <a:lnSpc>
                <a:spcPct val="100000"/>
              </a:lnSpc>
            </a:pPr>
            <a:r>
              <a:rPr sz="1700" spc="30" dirty="0">
                <a:solidFill>
                  <a:srgbClr val="181818"/>
                </a:solidFill>
                <a:latin typeface="Tahoma"/>
                <a:cs typeface="Tahoma"/>
              </a:rPr>
              <a:t>7</a:t>
            </a:r>
            <a:endParaRPr sz="1700">
              <a:latin typeface="Tahoma"/>
              <a:cs typeface="Tahoma"/>
            </a:endParaRPr>
          </a:p>
          <a:p>
            <a:pPr>
              <a:lnSpc>
                <a:spcPct val="100000"/>
              </a:lnSpc>
            </a:pPr>
            <a:endParaRPr sz="1700">
              <a:latin typeface="Tahoma"/>
              <a:cs typeface="Tahoma"/>
            </a:endParaRPr>
          </a:p>
          <a:p>
            <a:pPr>
              <a:lnSpc>
                <a:spcPct val="100000"/>
              </a:lnSpc>
              <a:spcBef>
                <a:spcPts val="330"/>
              </a:spcBef>
            </a:pPr>
            <a:endParaRPr sz="1700">
              <a:latin typeface="Tahoma"/>
              <a:cs typeface="Tahoma"/>
            </a:endParaRPr>
          </a:p>
          <a:p>
            <a:pPr algn="ctr">
              <a:lnSpc>
                <a:spcPct val="100000"/>
              </a:lnSpc>
            </a:pPr>
            <a:r>
              <a:rPr sz="2400" b="1" spc="-20" dirty="0">
                <a:solidFill>
                  <a:srgbClr val="001F5F"/>
                </a:solidFill>
                <a:latin typeface="Tahoma"/>
                <a:cs typeface="Tahoma"/>
              </a:rPr>
              <a:t>8(C)</a:t>
            </a:r>
            <a:endParaRPr sz="2400">
              <a:latin typeface="Tahoma"/>
              <a:cs typeface="Tahoma"/>
            </a:endParaRPr>
          </a:p>
          <a:p>
            <a:pPr>
              <a:lnSpc>
                <a:spcPct val="100000"/>
              </a:lnSpc>
              <a:spcBef>
                <a:spcPts val="1720"/>
              </a:spcBef>
            </a:pPr>
            <a:endParaRPr sz="2400">
              <a:latin typeface="Tahoma"/>
              <a:cs typeface="Tahoma"/>
            </a:endParaRPr>
          </a:p>
          <a:p>
            <a:pPr marL="1270" algn="ctr">
              <a:lnSpc>
                <a:spcPct val="100000"/>
              </a:lnSpc>
              <a:spcBef>
                <a:spcPts val="5"/>
              </a:spcBef>
            </a:pPr>
            <a:r>
              <a:rPr sz="1700" spc="125" dirty="0">
                <a:solidFill>
                  <a:srgbClr val="181818"/>
                </a:solidFill>
                <a:latin typeface="Tahoma"/>
                <a:cs typeface="Tahoma"/>
              </a:rPr>
              <a:t>9</a:t>
            </a:r>
            <a:endParaRPr sz="1700">
              <a:latin typeface="Tahoma"/>
              <a:cs typeface="Tahoma"/>
            </a:endParaRPr>
          </a:p>
        </p:txBody>
      </p:sp>
      <p:grpSp>
        <p:nvGrpSpPr>
          <p:cNvPr id="14" name="object 14"/>
          <p:cNvGrpSpPr/>
          <p:nvPr/>
        </p:nvGrpSpPr>
        <p:grpSpPr>
          <a:xfrm>
            <a:off x="16312895" y="1030224"/>
            <a:ext cx="948055" cy="234950"/>
            <a:chOff x="16312895" y="1030224"/>
            <a:chExt cx="948055" cy="234950"/>
          </a:xfrm>
        </p:grpSpPr>
        <p:pic>
          <p:nvPicPr>
            <p:cNvPr id="15" name="object 15"/>
            <p:cNvPicPr/>
            <p:nvPr/>
          </p:nvPicPr>
          <p:blipFill>
            <a:blip r:embed="rId2" cstate="print"/>
            <a:stretch>
              <a:fillRect/>
            </a:stretch>
          </p:blipFill>
          <p:spPr>
            <a:xfrm>
              <a:off x="16334231" y="1051560"/>
              <a:ext cx="487425" cy="48768"/>
            </a:xfrm>
            <a:prstGeom prst="rect">
              <a:avLst/>
            </a:prstGeom>
          </p:spPr>
        </p:pic>
        <p:sp>
          <p:nvSpPr>
            <p:cNvPr id="16" name="object 16"/>
            <p:cNvSpPr/>
            <p:nvPr/>
          </p:nvSpPr>
          <p:spPr>
            <a:xfrm>
              <a:off x="16314419" y="1031748"/>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17" name="object 17"/>
          <p:cNvSpPr txBox="1">
            <a:spLocks noGrp="1"/>
          </p:cNvSpPr>
          <p:nvPr>
            <p:ph type="title"/>
          </p:nvPr>
        </p:nvSpPr>
        <p:spPr>
          <a:prstGeom prst="rect">
            <a:avLst/>
          </a:prstGeom>
        </p:spPr>
        <p:txBody>
          <a:bodyPr vert="horz" wrap="square" lIns="0" tIns="65023" rIns="0" bIns="0" rtlCol="0">
            <a:spAutoFit/>
          </a:bodyPr>
          <a:lstStyle/>
          <a:p>
            <a:pPr marL="353695">
              <a:lnSpc>
                <a:spcPct val="100000"/>
              </a:lnSpc>
              <a:spcBef>
                <a:spcPts val="100"/>
              </a:spcBef>
            </a:pPr>
            <a:r>
              <a:rPr spc="-40" dirty="0"/>
              <a:t>IMPLEMENTATION</a:t>
            </a:r>
            <a:r>
              <a:rPr spc="-204" dirty="0"/>
              <a:t> </a:t>
            </a:r>
            <a:r>
              <a:rPr spc="-10" dirty="0"/>
              <a:t>SCREENSHOTS</a:t>
            </a:r>
          </a:p>
        </p:txBody>
      </p:sp>
      <p:sp>
        <p:nvSpPr>
          <p:cNvPr id="18" name="object 18"/>
          <p:cNvSpPr txBox="1"/>
          <p:nvPr/>
        </p:nvSpPr>
        <p:spPr>
          <a:xfrm>
            <a:off x="2060194" y="1348231"/>
            <a:ext cx="11655806" cy="1921680"/>
          </a:xfrm>
          <a:prstGeom prst="rect">
            <a:avLst/>
          </a:prstGeom>
        </p:spPr>
        <p:txBody>
          <a:bodyPr vert="horz" wrap="square" lIns="0" tIns="13335" rIns="0" bIns="0" rtlCol="0">
            <a:spAutoFit/>
          </a:bodyPr>
          <a:lstStyle/>
          <a:p>
            <a:pPr marL="12700">
              <a:lnSpc>
                <a:spcPct val="100000"/>
              </a:lnSpc>
              <a:spcBef>
                <a:spcPts val="105"/>
              </a:spcBef>
            </a:pPr>
            <a:r>
              <a:rPr lang="en-US" sz="2800" b="1" dirty="0"/>
              <a:t>Job Details &amp; Application Page</a:t>
            </a:r>
            <a:r>
              <a:rPr sz="2800" b="1" spc="-10" dirty="0">
                <a:latin typeface="Times New Roman"/>
                <a:cs typeface="Times New Roman"/>
              </a:rPr>
              <a:t>:</a:t>
            </a:r>
            <a:endParaRPr sz="2800" b="1" dirty="0">
              <a:latin typeface="Times New Roman"/>
              <a:cs typeface="Times New Roman"/>
            </a:endParaRPr>
          </a:p>
          <a:p>
            <a:pPr marL="299085" indent="-286385">
              <a:lnSpc>
                <a:spcPct val="100000"/>
              </a:lnSpc>
              <a:spcBef>
                <a:spcPts val="20"/>
              </a:spcBef>
              <a:buFont typeface="Arial MT"/>
              <a:buChar char="•"/>
              <a:tabLst>
                <a:tab pos="299085" algn="l"/>
              </a:tabLst>
            </a:pPr>
            <a:r>
              <a:rPr sz="2400" dirty="0">
                <a:latin typeface="Times New Roman"/>
                <a:cs typeface="Times New Roman"/>
              </a:rPr>
              <a:t>A</a:t>
            </a:r>
            <a:r>
              <a:rPr lang="en-US" sz="2400" dirty="0">
                <a:latin typeface="Times New Roman"/>
                <a:cs typeface="Times New Roman"/>
              </a:rPr>
              <a:t>fter selecting a job, the system displays</a:t>
            </a:r>
            <a:r>
              <a:rPr sz="2400" spc="-10" dirty="0">
                <a:latin typeface="Times New Roman"/>
                <a:cs typeface="Times New Roman"/>
              </a:rPr>
              <a:t>:</a:t>
            </a:r>
            <a:endParaRPr sz="2400" dirty="0">
              <a:latin typeface="Times New Roman"/>
              <a:cs typeface="Times New Roman"/>
            </a:endParaRPr>
          </a:p>
          <a:p>
            <a:pPr marL="756285" lvl="1" indent="-286385">
              <a:lnSpc>
                <a:spcPct val="100000"/>
              </a:lnSpc>
              <a:buFont typeface="Wingdings"/>
              <a:buChar char=""/>
              <a:tabLst>
                <a:tab pos="756285" algn="l"/>
              </a:tabLst>
            </a:pPr>
            <a:r>
              <a:rPr lang="en-US" sz="2400" spc="-20" dirty="0">
                <a:latin typeface="Times New Roman"/>
                <a:cs typeface="Times New Roman"/>
              </a:rPr>
              <a:t>Job details with Job Title, Employer, Location, Salary Range and Posted Date.</a:t>
            </a:r>
          </a:p>
          <a:p>
            <a:pPr marL="756285" lvl="1" indent="-286385">
              <a:lnSpc>
                <a:spcPct val="100000"/>
              </a:lnSpc>
              <a:buFont typeface="Wingdings"/>
              <a:buChar char=""/>
              <a:tabLst>
                <a:tab pos="756285" algn="l"/>
              </a:tabLst>
            </a:pPr>
            <a:r>
              <a:rPr lang="en-US" sz="2400" spc="-20" dirty="0">
                <a:latin typeface="Times New Roman"/>
                <a:cs typeface="Times New Roman"/>
              </a:rPr>
              <a:t>Required Skills tags shown (e.g., Python, NLP, ML) with job description and eligibility.</a:t>
            </a:r>
          </a:p>
          <a:p>
            <a:pPr marL="756285" lvl="1" indent="-286385">
              <a:lnSpc>
                <a:spcPct val="100000"/>
              </a:lnSpc>
              <a:buFont typeface="Wingdings"/>
              <a:buChar char=""/>
              <a:tabLst>
                <a:tab pos="756285" algn="l"/>
              </a:tabLst>
            </a:pPr>
            <a:r>
              <a:rPr lang="en-US" sz="2400" spc="-20" dirty="0">
                <a:latin typeface="Times New Roman"/>
                <a:cs typeface="Times New Roman"/>
              </a:rPr>
              <a:t>Application status updated as Applied with verified employer badge and response time.</a:t>
            </a:r>
            <a:r>
              <a:rPr sz="2400" spc="-10" dirty="0">
                <a:latin typeface="Times New Roman"/>
                <a:cs typeface="Times New Roman"/>
              </a:rPr>
              <a:t>.</a:t>
            </a:r>
            <a:endParaRPr sz="2400" dirty="0">
              <a:latin typeface="Times New Roman"/>
              <a:cs typeface="Times New Roman"/>
            </a:endParaRPr>
          </a:p>
        </p:txBody>
      </p:sp>
      <p:pic>
        <p:nvPicPr>
          <p:cNvPr id="21" name="Picture 20">
            <a:extLst>
              <a:ext uri="{FF2B5EF4-FFF2-40B4-BE49-F238E27FC236}">
                <a16:creationId xmlns:a16="http://schemas.microsoft.com/office/drawing/2014/main" id="{45B43E20-3628-EDC6-1E24-052235F38E45}"/>
              </a:ext>
            </a:extLst>
          </p:cNvPr>
          <p:cNvPicPr>
            <a:picLocks noChangeAspect="1"/>
          </p:cNvPicPr>
          <p:nvPr/>
        </p:nvPicPr>
        <p:blipFill>
          <a:blip r:embed="rId3"/>
          <a:stretch>
            <a:fillRect/>
          </a:stretch>
        </p:blipFill>
        <p:spPr>
          <a:xfrm>
            <a:off x="2514600" y="3426967"/>
            <a:ext cx="13630275" cy="63150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4568" y="7321295"/>
            <a:ext cx="993775" cy="993775"/>
          </a:xfrm>
          <a:custGeom>
            <a:avLst/>
            <a:gdLst/>
            <a:ahLst/>
            <a:cxnLst/>
            <a:rect l="l" t="t" r="r" b="b"/>
            <a:pathLst>
              <a:path w="993775" h="993775">
                <a:moveTo>
                  <a:pt x="496823" y="0"/>
                </a:moveTo>
                <a:lnTo>
                  <a:pt x="448977" y="2273"/>
                </a:lnTo>
                <a:lnTo>
                  <a:pt x="402417" y="8956"/>
                </a:lnTo>
                <a:lnTo>
                  <a:pt x="357351" y="19839"/>
                </a:lnTo>
                <a:lnTo>
                  <a:pt x="313989" y="34716"/>
                </a:lnTo>
                <a:lnTo>
                  <a:pt x="272538" y="53377"/>
                </a:lnTo>
                <a:lnTo>
                  <a:pt x="233207" y="75615"/>
                </a:lnTo>
                <a:lnTo>
                  <a:pt x="196203" y="101222"/>
                </a:lnTo>
                <a:lnTo>
                  <a:pt x="161736" y="129990"/>
                </a:lnTo>
                <a:lnTo>
                  <a:pt x="130012" y="161710"/>
                </a:lnTo>
                <a:lnTo>
                  <a:pt x="101241" y="196176"/>
                </a:lnTo>
                <a:lnTo>
                  <a:pt x="75630" y="233179"/>
                </a:lnTo>
                <a:lnTo>
                  <a:pt x="53388" y="272510"/>
                </a:lnTo>
                <a:lnTo>
                  <a:pt x="34724" y="313963"/>
                </a:lnTo>
                <a:lnTo>
                  <a:pt x="19844" y="357329"/>
                </a:lnTo>
                <a:lnTo>
                  <a:pt x="8958" y="402399"/>
                </a:lnTo>
                <a:lnTo>
                  <a:pt x="2274" y="448967"/>
                </a:lnTo>
                <a:lnTo>
                  <a:pt x="0" y="496823"/>
                </a:lnTo>
                <a:lnTo>
                  <a:pt x="2274" y="544680"/>
                </a:lnTo>
                <a:lnTo>
                  <a:pt x="8958" y="591248"/>
                </a:lnTo>
                <a:lnTo>
                  <a:pt x="19844" y="636318"/>
                </a:lnTo>
                <a:lnTo>
                  <a:pt x="34724" y="679684"/>
                </a:lnTo>
                <a:lnTo>
                  <a:pt x="53388" y="721137"/>
                </a:lnTo>
                <a:lnTo>
                  <a:pt x="75630" y="760468"/>
                </a:lnTo>
                <a:lnTo>
                  <a:pt x="101241" y="797471"/>
                </a:lnTo>
                <a:lnTo>
                  <a:pt x="130012" y="831937"/>
                </a:lnTo>
                <a:lnTo>
                  <a:pt x="161736" y="863657"/>
                </a:lnTo>
                <a:lnTo>
                  <a:pt x="196203" y="892425"/>
                </a:lnTo>
                <a:lnTo>
                  <a:pt x="233207" y="918032"/>
                </a:lnTo>
                <a:lnTo>
                  <a:pt x="272538" y="940270"/>
                </a:lnTo>
                <a:lnTo>
                  <a:pt x="313989" y="958931"/>
                </a:lnTo>
                <a:lnTo>
                  <a:pt x="357351" y="973808"/>
                </a:lnTo>
                <a:lnTo>
                  <a:pt x="402417" y="984691"/>
                </a:lnTo>
                <a:lnTo>
                  <a:pt x="448977" y="991374"/>
                </a:lnTo>
                <a:lnTo>
                  <a:pt x="496823" y="993647"/>
                </a:lnTo>
                <a:lnTo>
                  <a:pt x="544680" y="991374"/>
                </a:lnTo>
                <a:lnTo>
                  <a:pt x="591248" y="984691"/>
                </a:lnTo>
                <a:lnTo>
                  <a:pt x="636318" y="973808"/>
                </a:lnTo>
                <a:lnTo>
                  <a:pt x="679684" y="958931"/>
                </a:lnTo>
                <a:lnTo>
                  <a:pt x="721137" y="940270"/>
                </a:lnTo>
                <a:lnTo>
                  <a:pt x="760468" y="918032"/>
                </a:lnTo>
                <a:lnTo>
                  <a:pt x="797471" y="892425"/>
                </a:lnTo>
                <a:lnTo>
                  <a:pt x="831937" y="863657"/>
                </a:lnTo>
                <a:lnTo>
                  <a:pt x="863657" y="831937"/>
                </a:lnTo>
                <a:lnTo>
                  <a:pt x="892425" y="797471"/>
                </a:lnTo>
                <a:lnTo>
                  <a:pt x="918032" y="760468"/>
                </a:lnTo>
                <a:lnTo>
                  <a:pt x="940270" y="721137"/>
                </a:lnTo>
                <a:lnTo>
                  <a:pt x="958931" y="679684"/>
                </a:lnTo>
                <a:lnTo>
                  <a:pt x="973808" y="636318"/>
                </a:lnTo>
                <a:lnTo>
                  <a:pt x="984691" y="591248"/>
                </a:lnTo>
                <a:lnTo>
                  <a:pt x="991374" y="544680"/>
                </a:lnTo>
                <a:lnTo>
                  <a:pt x="993648" y="496823"/>
                </a:lnTo>
                <a:lnTo>
                  <a:pt x="991374" y="448967"/>
                </a:lnTo>
                <a:lnTo>
                  <a:pt x="984691" y="402399"/>
                </a:lnTo>
                <a:lnTo>
                  <a:pt x="973808" y="357329"/>
                </a:lnTo>
                <a:lnTo>
                  <a:pt x="958931" y="313963"/>
                </a:lnTo>
                <a:lnTo>
                  <a:pt x="940270" y="272510"/>
                </a:lnTo>
                <a:lnTo>
                  <a:pt x="918032" y="233179"/>
                </a:lnTo>
                <a:lnTo>
                  <a:pt x="892425" y="196176"/>
                </a:lnTo>
                <a:lnTo>
                  <a:pt x="863657" y="161710"/>
                </a:lnTo>
                <a:lnTo>
                  <a:pt x="831937" y="129990"/>
                </a:lnTo>
                <a:lnTo>
                  <a:pt x="797471" y="101222"/>
                </a:lnTo>
                <a:lnTo>
                  <a:pt x="760468" y="75615"/>
                </a:lnTo>
                <a:lnTo>
                  <a:pt x="721137" y="53377"/>
                </a:lnTo>
                <a:lnTo>
                  <a:pt x="679684" y="34716"/>
                </a:lnTo>
                <a:lnTo>
                  <a:pt x="636318" y="19839"/>
                </a:lnTo>
                <a:lnTo>
                  <a:pt x="591248" y="8956"/>
                </a:lnTo>
                <a:lnTo>
                  <a:pt x="544680" y="2273"/>
                </a:lnTo>
                <a:lnTo>
                  <a:pt x="496823" y="0"/>
                </a:lnTo>
                <a:close/>
              </a:path>
            </a:pathLst>
          </a:custGeom>
          <a:solidFill>
            <a:srgbClr val="FC611F"/>
          </a:solidFill>
        </p:spPr>
        <p:txBody>
          <a:bodyPr wrap="square" lIns="0" tIns="0" rIns="0" bIns="0" rtlCol="0"/>
          <a:lstStyle/>
          <a:p>
            <a:endParaRPr/>
          </a:p>
        </p:txBody>
      </p:sp>
      <p:sp>
        <p:nvSpPr>
          <p:cNvPr id="3" name="object 3"/>
          <p:cNvSpPr txBox="1"/>
          <p:nvPr/>
        </p:nvSpPr>
        <p:spPr>
          <a:xfrm>
            <a:off x="1108659" y="7552435"/>
            <a:ext cx="246379" cy="435609"/>
          </a:xfrm>
          <a:prstGeom prst="rect">
            <a:avLst/>
          </a:prstGeom>
        </p:spPr>
        <p:txBody>
          <a:bodyPr vert="horz" wrap="square" lIns="0" tIns="17145" rIns="0" bIns="0" rtlCol="0">
            <a:spAutoFit/>
          </a:bodyPr>
          <a:lstStyle/>
          <a:p>
            <a:pPr marL="12700">
              <a:lnSpc>
                <a:spcPct val="100000"/>
              </a:lnSpc>
              <a:spcBef>
                <a:spcPts val="135"/>
              </a:spcBef>
            </a:pPr>
            <a:r>
              <a:rPr sz="2650" spc="225" dirty="0">
                <a:solidFill>
                  <a:srgbClr val="FFFDFD"/>
                </a:solidFill>
                <a:latin typeface="Tahoma"/>
                <a:cs typeface="Tahoma"/>
              </a:rPr>
              <a:t>9</a:t>
            </a:r>
            <a:endParaRPr sz="2650">
              <a:latin typeface="Tahoma"/>
              <a:cs typeface="Tahoma"/>
            </a:endParaRPr>
          </a:p>
        </p:txBody>
      </p:sp>
      <p:sp>
        <p:nvSpPr>
          <p:cNvPr id="4" name="object 4"/>
          <p:cNvSpPr/>
          <p:nvPr/>
        </p:nvSpPr>
        <p:spPr>
          <a:xfrm>
            <a:off x="979932" y="3317747"/>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5" name="object 5"/>
          <p:cNvSpPr txBox="1"/>
          <p:nvPr/>
        </p:nvSpPr>
        <p:spPr>
          <a:xfrm>
            <a:off x="1152245" y="3426967"/>
            <a:ext cx="158115" cy="285115"/>
          </a:xfrm>
          <a:prstGeom prst="rect">
            <a:avLst/>
          </a:prstGeom>
        </p:spPr>
        <p:txBody>
          <a:bodyPr vert="horz" wrap="square" lIns="0" tIns="12700" rIns="0" bIns="0" rtlCol="0">
            <a:spAutoFit/>
          </a:bodyPr>
          <a:lstStyle/>
          <a:p>
            <a:pPr marL="12700">
              <a:lnSpc>
                <a:spcPct val="100000"/>
              </a:lnSpc>
              <a:spcBef>
                <a:spcPts val="100"/>
              </a:spcBef>
            </a:pPr>
            <a:r>
              <a:rPr sz="1700" spc="60" dirty="0">
                <a:solidFill>
                  <a:srgbClr val="181818"/>
                </a:solidFill>
                <a:latin typeface="Tahoma"/>
                <a:cs typeface="Tahoma"/>
              </a:rPr>
              <a:t>3</a:t>
            </a:r>
            <a:endParaRPr sz="1700">
              <a:latin typeface="Tahoma"/>
              <a:cs typeface="Tahoma"/>
            </a:endParaRPr>
          </a:p>
        </p:txBody>
      </p:sp>
      <p:sp>
        <p:nvSpPr>
          <p:cNvPr id="6" name="object 6"/>
          <p:cNvSpPr/>
          <p:nvPr/>
        </p:nvSpPr>
        <p:spPr>
          <a:xfrm>
            <a:off x="979932" y="1982723"/>
            <a:ext cx="506095" cy="546100"/>
          </a:xfrm>
          <a:custGeom>
            <a:avLst/>
            <a:gdLst/>
            <a:ahLst/>
            <a:cxnLst/>
            <a:rect l="l" t="t" r="r" b="b"/>
            <a:pathLst>
              <a:path w="506094" h="546100">
                <a:moveTo>
                  <a:pt x="252984" y="0"/>
                </a:moveTo>
                <a:lnTo>
                  <a:pt x="207508" y="4396"/>
                </a:lnTo>
                <a:lnTo>
                  <a:pt x="164707" y="17071"/>
                </a:lnTo>
                <a:lnTo>
                  <a:pt x="125295" y="37253"/>
                </a:lnTo>
                <a:lnTo>
                  <a:pt x="89987" y="64171"/>
                </a:lnTo>
                <a:lnTo>
                  <a:pt x="59496" y="97053"/>
                </a:lnTo>
                <a:lnTo>
                  <a:pt x="34538" y="135128"/>
                </a:lnTo>
                <a:lnTo>
                  <a:pt x="15826" y="177624"/>
                </a:lnTo>
                <a:lnTo>
                  <a:pt x="4075" y="223770"/>
                </a:lnTo>
                <a:lnTo>
                  <a:pt x="0" y="272796"/>
                </a:lnTo>
                <a:lnTo>
                  <a:pt x="4075" y="321821"/>
                </a:lnTo>
                <a:lnTo>
                  <a:pt x="15826" y="367967"/>
                </a:lnTo>
                <a:lnTo>
                  <a:pt x="34538" y="410463"/>
                </a:lnTo>
                <a:lnTo>
                  <a:pt x="59496" y="448538"/>
                </a:lnTo>
                <a:lnTo>
                  <a:pt x="89987" y="481420"/>
                </a:lnTo>
                <a:lnTo>
                  <a:pt x="125295" y="508338"/>
                </a:lnTo>
                <a:lnTo>
                  <a:pt x="164707" y="528520"/>
                </a:lnTo>
                <a:lnTo>
                  <a:pt x="207508" y="541195"/>
                </a:lnTo>
                <a:lnTo>
                  <a:pt x="252984" y="545592"/>
                </a:lnTo>
                <a:lnTo>
                  <a:pt x="298453" y="541195"/>
                </a:lnTo>
                <a:lnTo>
                  <a:pt x="341250" y="528520"/>
                </a:lnTo>
                <a:lnTo>
                  <a:pt x="380661" y="508338"/>
                </a:lnTo>
                <a:lnTo>
                  <a:pt x="415970" y="481420"/>
                </a:lnTo>
                <a:lnTo>
                  <a:pt x="446463" y="448538"/>
                </a:lnTo>
                <a:lnTo>
                  <a:pt x="471423" y="410463"/>
                </a:lnTo>
                <a:lnTo>
                  <a:pt x="490138" y="367967"/>
                </a:lnTo>
                <a:lnTo>
                  <a:pt x="501891" y="321821"/>
                </a:lnTo>
                <a:lnTo>
                  <a:pt x="505968" y="272796"/>
                </a:lnTo>
                <a:lnTo>
                  <a:pt x="501891" y="223770"/>
                </a:lnTo>
                <a:lnTo>
                  <a:pt x="490138" y="177624"/>
                </a:lnTo>
                <a:lnTo>
                  <a:pt x="471424" y="135128"/>
                </a:lnTo>
                <a:lnTo>
                  <a:pt x="446463" y="97053"/>
                </a:lnTo>
                <a:lnTo>
                  <a:pt x="415970" y="64171"/>
                </a:lnTo>
                <a:lnTo>
                  <a:pt x="380661" y="37253"/>
                </a:lnTo>
                <a:lnTo>
                  <a:pt x="341250" y="17071"/>
                </a:lnTo>
                <a:lnTo>
                  <a:pt x="298453" y="4396"/>
                </a:lnTo>
                <a:lnTo>
                  <a:pt x="252984" y="0"/>
                </a:lnTo>
                <a:close/>
              </a:path>
            </a:pathLst>
          </a:custGeom>
          <a:ln w="9144">
            <a:solidFill>
              <a:srgbClr val="FC611F"/>
            </a:solidFill>
          </a:ln>
        </p:spPr>
        <p:txBody>
          <a:bodyPr wrap="square" lIns="0" tIns="0" rIns="0" bIns="0" rtlCol="0"/>
          <a:lstStyle/>
          <a:p>
            <a:endParaRPr/>
          </a:p>
        </p:txBody>
      </p:sp>
      <p:sp>
        <p:nvSpPr>
          <p:cNvPr id="7" name="object 7"/>
          <p:cNvSpPr txBox="1"/>
          <p:nvPr/>
        </p:nvSpPr>
        <p:spPr>
          <a:xfrm>
            <a:off x="1179677" y="2093213"/>
            <a:ext cx="102870" cy="285115"/>
          </a:xfrm>
          <a:prstGeom prst="rect">
            <a:avLst/>
          </a:prstGeom>
        </p:spPr>
        <p:txBody>
          <a:bodyPr vert="horz" wrap="square" lIns="0" tIns="12700" rIns="0" bIns="0" rtlCol="0">
            <a:spAutoFit/>
          </a:bodyPr>
          <a:lstStyle/>
          <a:p>
            <a:pPr marL="12700">
              <a:lnSpc>
                <a:spcPct val="100000"/>
              </a:lnSpc>
              <a:spcBef>
                <a:spcPts val="100"/>
              </a:spcBef>
            </a:pPr>
            <a:r>
              <a:rPr sz="1700" spc="-375" dirty="0">
                <a:solidFill>
                  <a:srgbClr val="181818"/>
                </a:solidFill>
                <a:latin typeface="Tahoma"/>
                <a:cs typeface="Tahoma"/>
              </a:rPr>
              <a:t>1</a:t>
            </a:r>
            <a:endParaRPr sz="1700">
              <a:latin typeface="Tahoma"/>
              <a:cs typeface="Tahoma"/>
            </a:endParaRPr>
          </a:p>
        </p:txBody>
      </p:sp>
      <p:sp>
        <p:nvSpPr>
          <p:cNvPr id="8" name="object 8"/>
          <p:cNvSpPr/>
          <p:nvPr/>
        </p:nvSpPr>
        <p:spPr>
          <a:xfrm>
            <a:off x="979932" y="3985259"/>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9" name="object 9"/>
          <p:cNvSpPr txBox="1"/>
          <p:nvPr/>
        </p:nvSpPr>
        <p:spPr>
          <a:xfrm>
            <a:off x="1146149" y="4094733"/>
            <a:ext cx="170815" cy="285115"/>
          </a:xfrm>
          <a:prstGeom prst="rect">
            <a:avLst/>
          </a:prstGeom>
        </p:spPr>
        <p:txBody>
          <a:bodyPr vert="horz" wrap="square" lIns="0" tIns="13335" rIns="0" bIns="0" rtlCol="0">
            <a:spAutoFit/>
          </a:bodyPr>
          <a:lstStyle/>
          <a:p>
            <a:pPr marL="12700">
              <a:lnSpc>
                <a:spcPct val="100000"/>
              </a:lnSpc>
              <a:spcBef>
                <a:spcPts val="105"/>
              </a:spcBef>
            </a:pPr>
            <a:r>
              <a:rPr sz="1700" spc="160" dirty="0">
                <a:solidFill>
                  <a:srgbClr val="181818"/>
                </a:solidFill>
                <a:latin typeface="Tahoma"/>
                <a:cs typeface="Tahoma"/>
              </a:rPr>
              <a:t>4</a:t>
            </a:r>
            <a:endParaRPr sz="1700">
              <a:latin typeface="Tahoma"/>
              <a:cs typeface="Tahoma"/>
            </a:endParaRPr>
          </a:p>
        </p:txBody>
      </p:sp>
      <p:sp>
        <p:nvSpPr>
          <p:cNvPr id="10" name="object 10"/>
          <p:cNvSpPr/>
          <p:nvPr/>
        </p:nvSpPr>
        <p:spPr>
          <a:xfrm>
            <a:off x="979932" y="2650235"/>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4"/>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1" name="object 11"/>
          <p:cNvSpPr txBox="1"/>
          <p:nvPr/>
        </p:nvSpPr>
        <p:spPr>
          <a:xfrm>
            <a:off x="1152245" y="2759201"/>
            <a:ext cx="155575" cy="285115"/>
          </a:xfrm>
          <a:prstGeom prst="rect">
            <a:avLst/>
          </a:prstGeom>
        </p:spPr>
        <p:txBody>
          <a:bodyPr vert="horz" wrap="square" lIns="0" tIns="12700" rIns="0" bIns="0" rtlCol="0">
            <a:spAutoFit/>
          </a:bodyPr>
          <a:lstStyle/>
          <a:p>
            <a:pPr marL="12700">
              <a:lnSpc>
                <a:spcPct val="100000"/>
              </a:lnSpc>
              <a:spcBef>
                <a:spcPts val="100"/>
              </a:spcBef>
            </a:pPr>
            <a:r>
              <a:rPr sz="1700" spc="40" dirty="0">
                <a:solidFill>
                  <a:srgbClr val="181818"/>
                </a:solidFill>
                <a:latin typeface="Tahoma"/>
                <a:cs typeface="Tahoma"/>
              </a:rPr>
              <a:t>2</a:t>
            </a:r>
            <a:endParaRPr sz="1700">
              <a:latin typeface="Tahoma"/>
              <a:cs typeface="Tahoma"/>
            </a:endParaRPr>
          </a:p>
        </p:txBody>
      </p:sp>
      <p:sp>
        <p:nvSpPr>
          <p:cNvPr id="12" name="object 12"/>
          <p:cNvSpPr/>
          <p:nvPr/>
        </p:nvSpPr>
        <p:spPr>
          <a:xfrm>
            <a:off x="979932" y="5320284"/>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3" name="object 13"/>
          <p:cNvSpPr txBox="1"/>
          <p:nvPr/>
        </p:nvSpPr>
        <p:spPr>
          <a:xfrm>
            <a:off x="1149197" y="5430392"/>
            <a:ext cx="165735" cy="285115"/>
          </a:xfrm>
          <a:prstGeom prst="rect">
            <a:avLst/>
          </a:prstGeom>
        </p:spPr>
        <p:txBody>
          <a:bodyPr vert="horz" wrap="square" lIns="0" tIns="13335" rIns="0" bIns="0" rtlCol="0">
            <a:spAutoFit/>
          </a:bodyPr>
          <a:lstStyle/>
          <a:p>
            <a:pPr marL="12700">
              <a:lnSpc>
                <a:spcPct val="100000"/>
              </a:lnSpc>
              <a:spcBef>
                <a:spcPts val="105"/>
              </a:spcBef>
            </a:pPr>
            <a:r>
              <a:rPr sz="1700" spc="125" dirty="0">
                <a:solidFill>
                  <a:srgbClr val="181818"/>
                </a:solidFill>
                <a:latin typeface="Tahoma"/>
                <a:cs typeface="Tahoma"/>
              </a:rPr>
              <a:t>6</a:t>
            </a:r>
            <a:endParaRPr sz="1700">
              <a:latin typeface="Tahoma"/>
              <a:cs typeface="Tahoma"/>
            </a:endParaRPr>
          </a:p>
        </p:txBody>
      </p:sp>
      <p:sp>
        <p:nvSpPr>
          <p:cNvPr id="14" name="object 14"/>
          <p:cNvSpPr/>
          <p:nvPr/>
        </p:nvSpPr>
        <p:spPr>
          <a:xfrm>
            <a:off x="979932" y="4652771"/>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5" name="object 15"/>
          <p:cNvSpPr txBox="1"/>
          <p:nvPr/>
        </p:nvSpPr>
        <p:spPr>
          <a:xfrm>
            <a:off x="1152245" y="4762626"/>
            <a:ext cx="158115" cy="285115"/>
          </a:xfrm>
          <a:prstGeom prst="rect">
            <a:avLst/>
          </a:prstGeom>
        </p:spPr>
        <p:txBody>
          <a:bodyPr vert="horz" wrap="square" lIns="0" tIns="13335" rIns="0" bIns="0" rtlCol="0">
            <a:spAutoFit/>
          </a:bodyPr>
          <a:lstStyle/>
          <a:p>
            <a:pPr marL="12700">
              <a:lnSpc>
                <a:spcPct val="100000"/>
              </a:lnSpc>
              <a:spcBef>
                <a:spcPts val="105"/>
              </a:spcBef>
            </a:pPr>
            <a:r>
              <a:rPr sz="1700" spc="60" dirty="0">
                <a:solidFill>
                  <a:srgbClr val="181818"/>
                </a:solidFill>
                <a:latin typeface="Tahoma"/>
                <a:cs typeface="Tahoma"/>
              </a:rPr>
              <a:t>5</a:t>
            </a:r>
            <a:endParaRPr sz="1700">
              <a:latin typeface="Tahoma"/>
              <a:cs typeface="Tahoma"/>
            </a:endParaRPr>
          </a:p>
        </p:txBody>
      </p:sp>
      <p:sp>
        <p:nvSpPr>
          <p:cNvPr id="16" name="object 16"/>
          <p:cNvSpPr/>
          <p:nvPr/>
        </p:nvSpPr>
        <p:spPr>
          <a:xfrm>
            <a:off x="979932" y="5987796"/>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1"/>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3"/>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1"/>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7" name="object 17"/>
          <p:cNvSpPr txBox="1"/>
          <p:nvPr/>
        </p:nvSpPr>
        <p:spPr>
          <a:xfrm>
            <a:off x="1155293" y="6098285"/>
            <a:ext cx="154940" cy="285115"/>
          </a:xfrm>
          <a:prstGeom prst="rect">
            <a:avLst/>
          </a:prstGeom>
        </p:spPr>
        <p:txBody>
          <a:bodyPr vert="horz" wrap="square" lIns="0" tIns="13335" rIns="0" bIns="0" rtlCol="0">
            <a:spAutoFit/>
          </a:bodyPr>
          <a:lstStyle/>
          <a:p>
            <a:pPr marL="12700">
              <a:lnSpc>
                <a:spcPct val="100000"/>
              </a:lnSpc>
              <a:spcBef>
                <a:spcPts val="105"/>
              </a:spcBef>
            </a:pPr>
            <a:r>
              <a:rPr sz="1700" spc="30" dirty="0">
                <a:solidFill>
                  <a:srgbClr val="181818"/>
                </a:solidFill>
                <a:latin typeface="Tahoma"/>
                <a:cs typeface="Tahoma"/>
              </a:rPr>
              <a:t>7</a:t>
            </a:r>
            <a:endParaRPr sz="1700">
              <a:latin typeface="Tahoma"/>
              <a:cs typeface="Tahoma"/>
            </a:endParaRPr>
          </a:p>
        </p:txBody>
      </p:sp>
      <p:sp>
        <p:nvSpPr>
          <p:cNvPr id="18" name="object 18"/>
          <p:cNvSpPr/>
          <p:nvPr/>
        </p:nvSpPr>
        <p:spPr>
          <a:xfrm>
            <a:off x="979932" y="6655307"/>
            <a:ext cx="506095" cy="542925"/>
          </a:xfrm>
          <a:custGeom>
            <a:avLst/>
            <a:gdLst/>
            <a:ahLst/>
            <a:cxnLst/>
            <a:rect l="l" t="t" r="r" b="b"/>
            <a:pathLst>
              <a:path w="506094" h="542925">
                <a:moveTo>
                  <a:pt x="252984" y="0"/>
                </a:moveTo>
                <a:lnTo>
                  <a:pt x="207508" y="4369"/>
                </a:lnTo>
                <a:lnTo>
                  <a:pt x="164707" y="16966"/>
                </a:lnTo>
                <a:lnTo>
                  <a:pt x="125295" y="37027"/>
                </a:lnTo>
                <a:lnTo>
                  <a:pt x="89987" y="63786"/>
                </a:lnTo>
                <a:lnTo>
                  <a:pt x="59496" y="96478"/>
                </a:lnTo>
                <a:lnTo>
                  <a:pt x="34538" y="134337"/>
                </a:lnTo>
                <a:lnTo>
                  <a:pt x="15826" y="176600"/>
                </a:lnTo>
                <a:lnTo>
                  <a:pt x="4075" y="222499"/>
                </a:lnTo>
                <a:lnTo>
                  <a:pt x="0" y="271272"/>
                </a:lnTo>
                <a:lnTo>
                  <a:pt x="4075" y="320044"/>
                </a:lnTo>
                <a:lnTo>
                  <a:pt x="15826" y="365943"/>
                </a:lnTo>
                <a:lnTo>
                  <a:pt x="34538" y="408206"/>
                </a:lnTo>
                <a:lnTo>
                  <a:pt x="59496" y="446065"/>
                </a:lnTo>
                <a:lnTo>
                  <a:pt x="89987" y="478757"/>
                </a:lnTo>
                <a:lnTo>
                  <a:pt x="125295" y="505516"/>
                </a:lnTo>
                <a:lnTo>
                  <a:pt x="164707" y="525577"/>
                </a:lnTo>
                <a:lnTo>
                  <a:pt x="207508" y="538174"/>
                </a:lnTo>
                <a:lnTo>
                  <a:pt x="252984" y="542544"/>
                </a:lnTo>
                <a:lnTo>
                  <a:pt x="298453" y="538174"/>
                </a:lnTo>
                <a:lnTo>
                  <a:pt x="341250" y="525577"/>
                </a:lnTo>
                <a:lnTo>
                  <a:pt x="380661" y="505516"/>
                </a:lnTo>
                <a:lnTo>
                  <a:pt x="415970" y="478757"/>
                </a:lnTo>
                <a:lnTo>
                  <a:pt x="446463" y="446065"/>
                </a:lnTo>
                <a:lnTo>
                  <a:pt x="471423" y="408206"/>
                </a:lnTo>
                <a:lnTo>
                  <a:pt x="490138" y="365943"/>
                </a:lnTo>
                <a:lnTo>
                  <a:pt x="501891" y="320044"/>
                </a:lnTo>
                <a:lnTo>
                  <a:pt x="505968" y="271272"/>
                </a:lnTo>
                <a:lnTo>
                  <a:pt x="501891" y="222499"/>
                </a:lnTo>
                <a:lnTo>
                  <a:pt x="490138" y="176600"/>
                </a:lnTo>
                <a:lnTo>
                  <a:pt x="471424" y="134337"/>
                </a:lnTo>
                <a:lnTo>
                  <a:pt x="446463" y="96478"/>
                </a:lnTo>
                <a:lnTo>
                  <a:pt x="415970" y="63786"/>
                </a:lnTo>
                <a:lnTo>
                  <a:pt x="380661" y="37027"/>
                </a:lnTo>
                <a:lnTo>
                  <a:pt x="341250" y="16966"/>
                </a:lnTo>
                <a:lnTo>
                  <a:pt x="298453" y="4369"/>
                </a:lnTo>
                <a:lnTo>
                  <a:pt x="252984" y="0"/>
                </a:lnTo>
                <a:close/>
              </a:path>
            </a:pathLst>
          </a:custGeom>
          <a:ln w="9144">
            <a:solidFill>
              <a:srgbClr val="FC611F"/>
            </a:solidFill>
          </a:ln>
        </p:spPr>
        <p:txBody>
          <a:bodyPr wrap="square" lIns="0" tIns="0" rIns="0" bIns="0" rtlCol="0"/>
          <a:lstStyle/>
          <a:p>
            <a:endParaRPr/>
          </a:p>
        </p:txBody>
      </p:sp>
      <p:sp>
        <p:nvSpPr>
          <p:cNvPr id="19" name="object 19"/>
          <p:cNvSpPr txBox="1"/>
          <p:nvPr/>
        </p:nvSpPr>
        <p:spPr>
          <a:xfrm>
            <a:off x="1149197" y="6766052"/>
            <a:ext cx="161925" cy="285115"/>
          </a:xfrm>
          <a:prstGeom prst="rect">
            <a:avLst/>
          </a:prstGeom>
        </p:spPr>
        <p:txBody>
          <a:bodyPr vert="horz" wrap="square" lIns="0" tIns="13335" rIns="0" bIns="0" rtlCol="0">
            <a:spAutoFit/>
          </a:bodyPr>
          <a:lstStyle/>
          <a:p>
            <a:pPr marL="12700">
              <a:lnSpc>
                <a:spcPct val="100000"/>
              </a:lnSpc>
              <a:spcBef>
                <a:spcPts val="105"/>
              </a:spcBef>
            </a:pPr>
            <a:r>
              <a:rPr sz="1700" spc="95" dirty="0">
                <a:solidFill>
                  <a:srgbClr val="181818"/>
                </a:solidFill>
                <a:latin typeface="Tahoma"/>
                <a:cs typeface="Tahoma"/>
              </a:rPr>
              <a:t>8</a:t>
            </a:r>
            <a:endParaRPr sz="1700">
              <a:latin typeface="Tahoma"/>
              <a:cs typeface="Tahoma"/>
            </a:endParaRPr>
          </a:p>
        </p:txBody>
      </p:sp>
      <p:grpSp>
        <p:nvGrpSpPr>
          <p:cNvPr id="20" name="object 20"/>
          <p:cNvGrpSpPr/>
          <p:nvPr/>
        </p:nvGrpSpPr>
        <p:grpSpPr>
          <a:xfrm>
            <a:off x="16312895" y="1030224"/>
            <a:ext cx="948055" cy="234950"/>
            <a:chOff x="16312895" y="1030224"/>
            <a:chExt cx="948055" cy="234950"/>
          </a:xfrm>
        </p:grpSpPr>
        <p:pic>
          <p:nvPicPr>
            <p:cNvPr id="21" name="object 21"/>
            <p:cNvPicPr/>
            <p:nvPr/>
          </p:nvPicPr>
          <p:blipFill>
            <a:blip r:embed="rId2" cstate="print"/>
            <a:stretch>
              <a:fillRect/>
            </a:stretch>
          </p:blipFill>
          <p:spPr>
            <a:xfrm>
              <a:off x="16334231" y="1051560"/>
              <a:ext cx="487425" cy="48768"/>
            </a:xfrm>
            <a:prstGeom prst="rect">
              <a:avLst/>
            </a:prstGeom>
          </p:spPr>
        </p:pic>
        <p:sp>
          <p:nvSpPr>
            <p:cNvPr id="22" name="object 22"/>
            <p:cNvSpPr/>
            <p:nvPr/>
          </p:nvSpPr>
          <p:spPr>
            <a:xfrm>
              <a:off x="16314419" y="1031748"/>
              <a:ext cx="944880" cy="231775"/>
            </a:xfrm>
            <a:custGeom>
              <a:avLst/>
              <a:gdLst/>
              <a:ahLst/>
              <a:cxnLst/>
              <a:rect l="l" t="t" r="r" b="b"/>
              <a:pathLst>
                <a:path w="944880" h="231775">
                  <a:moveTo>
                    <a:pt x="0" y="0"/>
                  </a:moveTo>
                  <a:lnTo>
                    <a:pt x="944880" y="0"/>
                  </a:lnTo>
                </a:path>
                <a:path w="944880" h="231775">
                  <a:moveTo>
                    <a:pt x="0" y="0"/>
                  </a:moveTo>
                  <a:lnTo>
                    <a:pt x="0" y="231648"/>
                  </a:lnTo>
                </a:path>
                <a:path w="944880" h="231775">
                  <a:moveTo>
                    <a:pt x="0" y="231648"/>
                  </a:moveTo>
                  <a:lnTo>
                    <a:pt x="944880" y="231648"/>
                  </a:lnTo>
                </a:path>
                <a:path w="944880" h="231775">
                  <a:moveTo>
                    <a:pt x="944880" y="231648"/>
                  </a:moveTo>
                  <a:lnTo>
                    <a:pt x="944880" y="0"/>
                  </a:lnTo>
                </a:path>
              </a:pathLst>
            </a:custGeom>
            <a:ln w="3175">
              <a:solidFill>
                <a:srgbClr val="000000"/>
              </a:solidFill>
            </a:ln>
          </p:spPr>
          <p:txBody>
            <a:bodyPr wrap="square" lIns="0" tIns="0" rIns="0" bIns="0" rtlCol="0"/>
            <a:lstStyle/>
            <a:p>
              <a:endParaRPr/>
            </a:p>
          </p:txBody>
        </p:sp>
      </p:grpSp>
      <p:sp>
        <p:nvSpPr>
          <p:cNvPr id="23" name="object 23"/>
          <p:cNvSpPr txBox="1">
            <a:spLocks noGrp="1"/>
          </p:cNvSpPr>
          <p:nvPr>
            <p:ph type="title"/>
          </p:nvPr>
        </p:nvSpPr>
        <p:spPr>
          <a:prstGeom prst="rect">
            <a:avLst/>
          </a:prstGeom>
        </p:spPr>
        <p:txBody>
          <a:bodyPr vert="horz" wrap="square" lIns="0" tIns="12700" rIns="0" bIns="0" rtlCol="0">
            <a:spAutoFit/>
          </a:bodyPr>
          <a:lstStyle/>
          <a:p>
            <a:pPr marL="1053465">
              <a:lnSpc>
                <a:spcPct val="100000"/>
              </a:lnSpc>
              <a:spcBef>
                <a:spcPts val="100"/>
              </a:spcBef>
            </a:pPr>
            <a:r>
              <a:rPr spc="25" dirty="0"/>
              <a:t>A</a:t>
            </a:r>
            <a:r>
              <a:rPr dirty="0"/>
              <a:t>D</a:t>
            </a:r>
            <a:r>
              <a:rPr spc="-610" dirty="0"/>
              <a:t>V</a:t>
            </a:r>
            <a:r>
              <a:rPr spc="25" dirty="0"/>
              <a:t>A</a:t>
            </a:r>
            <a:r>
              <a:rPr dirty="0"/>
              <a:t>N</a:t>
            </a:r>
            <a:r>
              <a:rPr spc="-345" dirty="0"/>
              <a:t>T</a:t>
            </a:r>
            <a:r>
              <a:rPr spc="25" dirty="0"/>
              <a:t>AG</a:t>
            </a:r>
            <a:r>
              <a:rPr spc="10" dirty="0"/>
              <a:t>E</a:t>
            </a:r>
            <a:r>
              <a:rPr spc="25" dirty="0"/>
              <a:t>S</a:t>
            </a:r>
            <a:r>
              <a:rPr spc="-85" dirty="0"/>
              <a:t> </a:t>
            </a:r>
            <a:r>
              <a:rPr dirty="0"/>
              <a:t>&amp;</a:t>
            </a:r>
            <a:r>
              <a:rPr spc="-135" dirty="0"/>
              <a:t> </a:t>
            </a:r>
            <a:r>
              <a:rPr spc="-60" dirty="0"/>
              <a:t>LIMITATIONS</a:t>
            </a:r>
          </a:p>
        </p:txBody>
      </p:sp>
      <p:sp>
        <p:nvSpPr>
          <p:cNvPr id="24" name="object 24"/>
          <p:cNvSpPr txBox="1"/>
          <p:nvPr/>
        </p:nvSpPr>
        <p:spPr>
          <a:xfrm>
            <a:off x="2364994" y="1592071"/>
            <a:ext cx="13789406" cy="6660798"/>
          </a:xfrm>
          <a:prstGeom prst="rect">
            <a:avLst/>
          </a:prstGeom>
        </p:spPr>
        <p:txBody>
          <a:bodyPr vert="horz" wrap="square" lIns="0" tIns="12700" rIns="0" bIns="0" rtlCol="0">
            <a:spAutoFit/>
          </a:bodyPr>
          <a:lstStyle/>
          <a:p>
            <a:pPr marL="12700">
              <a:lnSpc>
                <a:spcPct val="100000"/>
              </a:lnSpc>
              <a:spcBef>
                <a:spcPts val="100"/>
              </a:spcBef>
            </a:pPr>
            <a:r>
              <a:rPr sz="3600" b="1" spc="-10" dirty="0">
                <a:latin typeface="Times New Roman"/>
                <a:cs typeface="Times New Roman"/>
              </a:rPr>
              <a:t>Advantages:</a:t>
            </a:r>
            <a:endParaRPr sz="3600" dirty="0">
              <a:latin typeface="Times New Roman"/>
              <a:cs typeface="Times New Roman"/>
            </a:endParaRPr>
          </a:p>
          <a:p>
            <a:pPr marL="356870" indent="-344170">
              <a:lnSpc>
                <a:spcPct val="100000"/>
              </a:lnSpc>
              <a:spcBef>
                <a:spcPts val="25"/>
              </a:spcBef>
              <a:buFont typeface="Arial MT"/>
              <a:buChar char="•"/>
              <a:tabLst>
                <a:tab pos="356870" algn="l"/>
              </a:tabLst>
            </a:pPr>
            <a:r>
              <a:rPr lang="en-US" sz="3000" dirty="0">
                <a:latin typeface="Times New Roman"/>
                <a:cs typeface="Times New Roman"/>
              </a:rPr>
              <a:t>Modern light-themed UI with responsive design</a:t>
            </a:r>
          </a:p>
          <a:p>
            <a:pPr marL="356870" indent="-344170">
              <a:lnSpc>
                <a:spcPct val="100000"/>
              </a:lnSpc>
              <a:spcBef>
                <a:spcPts val="25"/>
              </a:spcBef>
              <a:buFont typeface="Arial MT"/>
              <a:buChar char="•"/>
              <a:tabLst>
                <a:tab pos="356870" algn="l"/>
              </a:tabLst>
            </a:pPr>
            <a:r>
              <a:rPr lang="en-US" sz="3000" dirty="0">
                <a:latin typeface="Times New Roman"/>
                <a:cs typeface="Times New Roman"/>
              </a:rPr>
              <a:t>Real-time job vacancy update using React state</a:t>
            </a:r>
          </a:p>
          <a:p>
            <a:pPr marL="356870" indent="-344170">
              <a:lnSpc>
                <a:spcPct val="100000"/>
              </a:lnSpc>
              <a:spcBef>
                <a:spcPts val="25"/>
              </a:spcBef>
              <a:buFont typeface="Arial MT"/>
              <a:buChar char="•"/>
              <a:tabLst>
                <a:tab pos="356870" algn="l"/>
              </a:tabLst>
            </a:pPr>
            <a:r>
              <a:rPr lang="en-US" sz="3000" dirty="0">
                <a:latin typeface="Times New Roman"/>
                <a:cs typeface="Times New Roman"/>
              </a:rPr>
              <a:t>Digital application confirmation with QR code generation</a:t>
            </a:r>
          </a:p>
          <a:p>
            <a:pPr marL="356870" indent="-344170">
              <a:lnSpc>
                <a:spcPct val="100000"/>
              </a:lnSpc>
              <a:spcBef>
                <a:spcPts val="25"/>
              </a:spcBef>
              <a:buFont typeface="Arial MT"/>
              <a:buChar char="•"/>
              <a:tabLst>
                <a:tab pos="356870" algn="l"/>
              </a:tabLst>
            </a:pPr>
            <a:r>
              <a:rPr lang="en-US" sz="3000" dirty="0">
                <a:latin typeface="Times New Roman"/>
                <a:cs typeface="Times New Roman"/>
              </a:rPr>
              <a:t>Admin dashboard for complete job portal management</a:t>
            </a:r>
          </a:p>
          <a:p>
            <a:pPr marL="356870" indent="-344170">
              <a:lnSpc>
                <a:spcPct val="100000"/>
              </a:lnSpc>
              <a:spcBef>
                <a:spcPts val="25"/>
              </a:spcBef>
              <a:buFont typeface="Arial MT"/>
              <a:buChar char="•"/>
              <a:tabLst>
                <a:tab pos="356870" algn="l"/>
              </a:tabLst>
            </a:pPr>
            <a:r>
              <a:rPr lang="en-US" sz="3000" dirty="0">
                <a:latin typeface="Times New Roman"/>
                <a:cs typeface="Times New Roman"/>
              </a:rPr>
              <a:t>Form validation prevents errors and duplicate applications</a:t>
            </a:r>
          </a:p>
          <a:p>
            <a:pPr marL="356870" indent="-344170">
              <a:lnSpc>
                <a:spcPct val="100000"/>
              </a:lnSpc>
              <a:spcBef>
                <a:spcPts val="25"/>
              </a:spcBef>
              <a:buFont typeface="Arial MT"/>
              <a:buChar char="•"/>
              <a:tabLst>
                <a:tab pos="356870" algn="l"/>
              </a:tabLst>
            </a:pPr>
            <a:r>
              <a:rPr lang="en-US" sz="3000" dirty="0">
                <a:latin typeface="Times New Roman"/>
                <a:cs typeface="Times New Roman"/>
              </a:rPr>
              <a:t>Component-based React architecture for scalability</a:t>
            </a:r>
          </a:p>
          <a:p>
            <a:pPr marL="356870" indent="-344170">
              <a:lnSpc>
                <a:spcPct val="100000"/>
              </a:lnSpc>
              <a:spcBef>
                <a:spcPts val="25"/>
              </a:spcBef>
              <a:buFont typeface="Arial MT"/>
              <a:buChar char="•"/>
              <a:tabLst>
                <a:tab pos="356870" algn="l"/>
              </a:tabLst>
            </a:pPr>
            <a:r>
              <a:rPr lang="en-US" sz="3000" dirty="0">
                <a:latin typeface="Times New Roman"/>
                <a:cs typeface="Times New Roman"/>
              </a:rPr>
              <a:t>Fast SPA experience with no page reloads</a:t>
            </a:r>
          </a:p>
          <a:p>
            <a:pPr marL="12700">
              <a:lnSpc>
                <a:spcPct val="100000"/>
              </a:lnSpc>
              <a:spcBef>
                <a:spcPts val="25"/>
              </a:spcBef>
              <a:tabLst>
                <a:tab pos="356870" algn="l"/>
              </a:tabLst>
            </a:pPr>
            <a:r>
              <a:rPr sz="3600" b="1" spc="-10" dirty="0">
                <a:latin typeface="Times New Roman"/>
                <a:cs typeface="Times New Roman"/>
              </a:rPr>
              <a:t>Limitations:</a:t>
            </a:r>
            <a:endParaRPr sz="3600" dirty="0">
              <a:latin typeface="Times New Roman"/>
              <a:cs typeface="Times New Roman"/>
            </a:endParaRPr>
          </a:p>
          <a:p>
            <a:pPr marL="12700" marR="748665">
              <a:lnSpc>
                <a:spcPct val="100000"/>
              </a:lnSpc>
              <a:spcBef>
                <a:spcPts val="25"/>
              </a:spcBef>
            </a:pPr>
            <a:r>
              <a:rPr lang="en-US" sz="3000" dirty="0">
                <a:latin typeface="Times New Roman"/>
                <a:cs typeface="Times New Roman"/>
              </a:rPr>
              <a:t>No backend database (data in React state only)</a:t>
            </a:r>
          </a:p>
          <a:p>
            <a:pPr marL="12700" marR="748665">
              <a:lnSpc>
                <a:spcPct val="100000"/>
              </a:lnSpc>
              <a:spcBef>
                <a:spcPts val="25"/>
              </a:spcBef>
            </a:pPr>
            <a:r>
              <a:rPr lang="en-US" sz="3000" dirty="0">
                <a:latin typeface="Times New Roman"/>
                <a:cs typeface="Times New Roman"/>
              </a:rPr>
              <a:t>Application data lost on page refresh (no persistence)</a:t>
            </a:r>
          </a:p>
          <a:p>
            <a:pPr marL="12700" marR="748665">
              <a:lnSpc>
                <a:spcPct val="100000"/>
              </a:lnSpc>
              <a:spcBef>
                <a:spcPts val="25"/>
              </a:spcBef>
            </a:pPr>
            <a:r>
              <a:rPr lang="en-US" sz="3000" dirty="0">
                <a:latin typeface="Times New Roman"/>
                <a:cs typeface="Times New Roman"/>
              </a:rPr>
              <a:t>No real payment gateway integration</a:t>
            </a:r>
          </a:p>
          <a:p>
            <a:pPr marL="12700" marR="748665">
              <a:lnSpc>
                <a:spcPct val="100000"/>
              </a:lnSpc>
              <a:spcBef>
                <a:spcPts val="25"/>
              </a:spcBef>
            </a:pPr>
            <a:r>
              <a:rPr lang="en-US" sz="3000" dirty="0">
                <a:latin typeface="Times New Roman"/>
                <a:cs typeface="Times New Roman"/>
              </a:rPr>
              <a:t>No email notification system for application confirmation</a:t>
            </a:r>
          </a:p>
          <a:p>
            <a:pPr marL="12700" marR="748665">
              <a:lnSpc>
                <a:spcPct val="100000"/>
              </a:lnSpc>
              <a:spcBef>
                <a:spcPts val="25"/>
              </a:spcBef>
            </a:pPr>
            <a:r>
              <a:rPr lang="en-US" sz="3000" dirty="0">
                <a:latin typeface="Times New Roman"/>
                <a:cs typeface="Times New Roman"/>
              </a:rPr>
              <a:t>Not yet deployed as a production web application</a:t>
            </a:r>
            <a:endParaRPr sz="3000" dirty="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78984" y="4020820"/>
            <a:ext cx="7401559" cy="1726564"/>
          </a:xfrm>
          <a:prstGeom prst="rect">
            <a:avLst/>
          </a:prstGeom>
        </p:spPr>
        <p:txBody>
          <a:bodyPr vert="horz" wrap="square" lIns="0" tIns="13970" rIns="0" bIns="0" rtlCol="0">
            <a:spAutoFit/>
          </a:bodyPr>
          <a:lstStyle/>
          <a:p>
            <a:pPr marL="12700">
              <a:lnSpc>
                <a:spcPct val="100000"/>
              </a:lnSpc>
              <a:spcBef>
                <a:spcPts val="110"/>
              </a:spcBef>
            </a:pPr>
            <a:r>
              <a:rPr sz="11150" i="1" spc="195" dirty="0">
                <a:solidFill>
                  <a:srgbClr val="181818"/>
                </a:solidFill>
                <a:latin typeface="Trebuchet MS"/>
                <a:cs typeface="Trebuchet MS"/>
              </a:rPr>
              <a:t>Thank</a:t>
            </a:r>
            <a:r>
              <a:rPr sz="11150" i="1" spc="-10" dirty="0">
                <a:solidFill>
                  <a:srgbClr val="181818"/>
                </a:solidFill>
                <a:latin typeface="Trebuchet MS"/>
                <a:cs typeface="Trebuchet MS"/>
              </a:rPr>
              <a:t> </a:t>
            </a:r>
            <a:r>
              <a:rPr sz="11150" i="1" spc="570" dirty="0">
                <a:solidFill>
                  <a:srgbClr val="181818"/>
                </a:solidFill>
                <a:latin typeface="Trebuchet MS"/>
                <a:cs typeface="Trebuchet MS"/>
              </a:rPr>
              <a:t>you</a:t>
            </a:r>
            <a:endParaRPr sz="1115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TotalTime>
  <Words>1440</Words>
  <Application>Microsoft Office PowerPoint</Application>
  <PresentationFormat>Custom</PresentationFormat>
  <Paragraphs>278</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Arial MT</vt:lpstr>
      <vt:lpstr>Calibri</vt:lpstr>
      <vt:lpstr>Cambria</vt:lpstr>
      <vt:lpstr>Tahoma</vt:lpstr>
      <vt:lpstr>Times New Roman</vt:lpstr>
      <vt:lpstr>Trebuchet MS</vt:lpstr>
      <vt:lpstr>Wingdings</vt:lpstr>
      <vt:lpstr>Office Theme</vt:lpstr>
      <vt:lpstr>School of Computing</vt:lpstr>
      <vt:lpstr>INTRODUCTION</vt:lpstr>
      <vt:lpstr>PROBLEM STATEMENT</vt:lpstr>
      <vt:lpstr>OBJECTIVE(S)</vt:lpstr>
      <vt:lpstr>PROPOSED SYSTEM</vt:lpstr>
      <vt:lpstr>PROPOSED SYSTEM ARCHITECTURE</vt:lpstr>
      <vt:lpstr>WORKFLOW</vt:lpstr>
      <vt:lpstr>TECHNOLOGIES USED</vt:lpstr>
      <vt:lpstr>MODULE DESCRIPTION</vt:lpstr>
      <vt:lpstr>IMPLEMENTATION SCREENSHOTS</vt:lpstr>
      <vt:lpstr>IMPLEMENTATION SCREENSHOTS</vt:lpstr>
      <vt:lpstr>IMPLEMENTATION SCREENSHOTS</vt:lpstr>
      <vt:lpstr>IMPLEMENTATION SCREENSHOTS</vt:lpstr>
      <vt:lpstr>ADVANTAGES &amp; LIMITATIONS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Aravind Reddy</dc:creator>
  <cp:lastModifiedBy>Aravind Reddy</cp:lastModifiedBy>
  <cp:revision>1</cp:revision>
  <dcterms:created xsi:type="dcterms:W3CDTF">2026-04-20T04:07:07Z</dcterms:created>
  <dcterms:modified xsi:type="dcterms:W3CDTF">2026-04-20T05:06:30Z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2026-04-20T00:00:00Z</vt:filetime>
  </property>
  <property fmtid="{D5CDD505-2E9C-101B-9397-08002B2CF9AE}" pid="3" name="Creator">
    <vt:lpwstr>Microsoft® PowerPoint® 2016</vt:lpwstr>
  </property>
  <property fmtid="{D5CDD505-2E9C-101B-9397-08002B2CF9AE}" pid="4" name="LastSaved">
    <vt:filetime>2026-04-20T00:00:00Z</vt:filetime>
  </property>
  <property fmtid="{D5CDD505-2E9C-101B-9397-08002B2CF9AE}" pid="5" name="Producer">
    <vt:lpwstr>www.ilovepdf.com</vt:lpwstr>
  </property>
</Properties>
</file>